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510" r:id="rId3"/>
    <p:sldId id="511" r:id="rId4"/>
    <p:sldId id="514" r:id="rId5"/>
    <p:sldId id="515" r:id="rId6"/>
    <p:sldId id="512" r:id="rId7"/>
    <p:sldId id="513" r:id="rId8"/>
    <p:sldId id="516" r:id="rId9"/>
    <p:sldId id="517" r:id="rId10"/>
    <p:sldId id="518" r:id="rId11"/>
    <p:sldId id="4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32" autoAdjust="0"/>
    <p:restoredTop sz="79589" autoAdjust="0"/>
  </p:normalViewPr>
  <p:slideViewPr>
    <p:cSldViewPr>
      <p:cViewPr varScale="1">
        <p:scale>
          <a:sx n="55" d="100"/>
          <a:sy n="55" d="100"/>
        </p:scale>
        <p:origin x="284" y="44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11/4/2025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11/4/2025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7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18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367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303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2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05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617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527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IN" dirty="0" smtClean="0"/>
              <a:t>IMS - IP Multimedia Subsystem</a:t>
            </a:r>
          </a:p>
          <a:p>
            <a:pPr eaLnBrk="1" hangingPunct="1"/>
            <a:r>
              <a:rPr lang="en-US" b="0" dirty="0" smtClean="0"/>
              <a:t>PCRF - Policy and Charging Rules Function.</a:t>
            </a:r>
            <a:endParaRPr lang="en-US" altLang="en-US" b="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5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05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11/4/2025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11/4/2025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392" y="764704"/>
            <a:ext cx="1191426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4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Cellular Networks :  3G and 4G</a:t>
            </a:r>
            <a:endParaRPr lang="en-IN" sz="4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r"/>
            <a:endParaRPr lang="en-IN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Second Generation Cellular Networks : 2G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908720"/>
            <a:ext cx="5130477" cy="5507717"/>
          </a:xfrm>
          <a:prstGeom prst="rect">
            <a:avLst/>
          </a:prstGeom>
        </p:spPr>
      </p:pic>
      <p:grpSp>
        <p:nvGrpSpPr>
          <p:cNvPr id="20" name="Group 5"/>
          <p:cNvGrpSpPr>
            <a:grpSpLocks/>
          </p:cNvGrpSpPr>
          <p:nvPr/>
        </p:nvGrpSpPr>
        <p:grpSpPr bwMode="auto">
          <a:xfrm>
            <a:off x="5951984" y="1124745"/>
            <a:ext cx="6035824" cy="4896544"/>
            <a:chOff x="990600" y="1676400"/>
            <a:chExt cx="7620000" cy="4964113"/>
          </a:xfrm>
        </p:grpSpPr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1676400"/>
              <a:ext cx="7620000" cy="4964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Rectangle 21"/>
            <p:cNvSpPr/>
            <p:nvPr/>
          </p:nvSpPr>
          <p:spPr>
            <a:xfrm>
              <a:off x="2438400" y="6267450"/>
              <a:ext cx="3886200" cy="304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5104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Second Generation Cellular Networks : 2G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712"/>
            <a:ext cx="6211972" cy="31683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425" y="4785891"/>
            <a:ext cx="5781675" cy="15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8" y="4079776"/>
            <a:ext cx="4680520" cy="2419584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6744072" y="2060848"/>
            <a:ext cx="4496000" cy="2575645"/>
            <a:chOff x="6744072" y="2060848"/>
            <a:chExt cx="4496000" cy="2575645"/>
          </a:xfrm>
        </p:grpSpPr>
        <p:pic>
          <p:nvPicPr>
            <p:cNvPr id="1026" name="Picture 2" descr="Orthogonality, Orthogonal Frequency Division Multiplexi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4072" y="2060848"/>
              <a:ext cx="4496000" cy="2232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7536160" y="4267161"/>
              <a:ext cx="3249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Single carrier   </a:t>
              </a:r>
              <a:r>
                <a:rPr lang="en-US" b="1" dirty="0" err="1" smtClean="0"/>
                <a:t>vs</a:t>
              </a:r>
              <a:r>
                <a:rPr lang="en-US" b="1" dirty="0" smtClean="0"/>
                <a:t>    multi carrier</a:t>
              </a:r>
              <a:endParaRPr lang="en-IN" b="1" dirty="0"/>
            </a:p>
          </p:txBody>
        </p:sp>
      </p:grp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837134"/>
              </p:ext>
            </p:extLst>
          </p:nvPr>
        </p:nvGraphicFramePr>
        <p:xfrm>
          <a:off x="6384032" y="836712"/>
          <a:ext cx="5311775" cy="1255714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311275"/>
                <a:gridCol w="2000250"/>
                <a:gridCol w="200025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Feature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CDMA (IS-95 / CDMA2000)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WCDMA (UMTS)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Generation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2G/2.5G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Bandwidth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1.25 MHz (Narrowband)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5 MHz (Wideband)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Data Rate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Up to 153 kbps (CDMA2000 1x), 2.4 Mbps (1xEV-DO)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Up to 2 Mbps (Release 99),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14 Mbps (HSDPA)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Control Architecture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BSC (Base Station Controller)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RNC (Radio Network Controller)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17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Second Generation Cellular Networks : 2G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712"/>
            <a:ext cx="6211972" cy="31683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160" y="5160837"/>
            <a:ext cx="3181794" cy="1076475"/>
          </a:xfrm>
          <a:prstGeom prst="rect">
            <a:avLst/>
          </a:prstGeom>
        </p:spPr>
      </p:pic>
      <p:pic>
        <p:nvPicPr>
          <p:cNvPr id="11" name="Picture 2" descr="Orthogonality, Orthogonal Frequency Division Multiplexi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2060848"/>
            <a:ext cx="449600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701060"/>
              </p:ext>
            </p:extLst>
          </p:nvPr>
        </p:nvGraphicFramePr>
        <p:xfrm>
          <a:off x="6384032" y="836712"/>
          <a:ext cx="5311775" cy="1255714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311275"/>
                <a:gridCol w="2000250"/>
                <a:gridCol w="200025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Feature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CDMA (IS-95 / CDMA2000)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WCDMA (UMTS)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Generation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2G/2.5G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Bandwidth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1.25 MHz (Narrowband)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5 MHz (Wideband)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Data Rate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Up to 153 kbps (CDMA2000 1x), 2.4 Mbps (1xEV-DO)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Up to 2 Mbps (Release 99),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14 Mbps (HSDPA)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Control Architecture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BSC (Base Station Controller)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RNC (Radio Network Controller)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8" y="4079776"/>
            <a:ext cx="4680520" cy="2419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36160" y="4267161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Single carrier   </a:t>
            </a:r>
            <a:r>
              <a:rPr lang="en-US" b="1" dirty="0" err="1" smtClean="0"/>
              <a:t>vs</a:t>
            </a:r>
            <a:r>
              <a:rPr lang="en-US" b="1" dirty="0" smtClean="0"/>
              <a:t>    multi carrier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3073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Second Generation Cellular Networks : 2G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712"/>
            <a:ext cx="6211972" cy="3168352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6384032" y="836712"/>
          <a:ext cx="5311775" cy="1255714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1311275"/>
                <a:gridCol w="2000250"/>
                <a:gridCol w="200025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Feature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CDMA (IS-95 / CDMA2000)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WCDMA (UMTS)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Generation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2G/2.5G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Bandwidth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1.25 MHz (Narrowband)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5 MHz (Wideband)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Data Rate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Up to 153 kbps (CDMA2000 1x), 2.4 Mbps (1xEV-DO)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Up to 2 Mbps (Release 99),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14 Mbps (HSDPA)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Control Architecture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BSC (Base Station Controller)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RNC (Radio Network Controller)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40" y="3789040"/>
            <a:ext cx="7752184" cy="28531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8" y="4079776"/>
            <a:ext cx="4680520" cy="241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7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 smtClean="0"/>
              <a:t>General Packet Radio Network (GPRS) </a:t>
            </a:r>
            <a:r>
              <a:rPr lang="en-US" altLang="en-US" sz="3600" dirty="0"/>
              <a:t>: </a:t>
            </a:r>
            <a:r>
              <a:rPr lang="en-US" altLang="en-US" sz="3600" dirty="0" smtClean="0"/>
              <a:t>2.5G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0" y="830889"/>
            <a:ext cx="4263118" cy="252028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216" y="1487065"/>
            <a:ext cx="7056784" cy="4037012"/>
          </a:xfrm>
          <a:prstGeom prst="rect">
            <a:avLst/>
          </a:prstGeom>
          <a:solidFill>
            <a:srgbClr val="0000FF">
              <a:alpha val="4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176064" y="3505571"/>
            <a:ext cx="4464496" cy="3168353"/>
            <a:chOff x="990600" y="1676400"/>
            <a:chExt cx="7620000" cy="4964113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1676400"/>
              <a:ext cx="7620000" cy="4964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2438400" y="6267450"/>
              <a:ext cx="3886200" cy="304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6220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84825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 smtClean="0"/>
              <a:t>Universal Mobile Telecommunications Standards (UMTS) </a:t>
            </a:r>
            <a:r>
              <a:rPr lang="en-US" altLang="en-US" sz="3600" dirty="0"/>
              <a:t>: 3</a:t>
            </a:r>
            <a:r>
              <a:rPr lang="en-US" altLang="en-US" sz="3600" dirty="0" smtClean="0"/>
              <a:t>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0" y="980728"/>
            <a:ext cx="4263118" cy="252028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3854203"/>
            <a:ext cx="4240778" cy="2527125"/>
          </a:xfrm>
          <a:prstGeom prst="rect">
            <a:avLst/>
          </a:prstGeom>
          <a:solidFill>
            <a:srgbClr val="0000FF">
              <a:alpha val="4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836712"/>
            <a:ext cx="5192472" cy="2514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01" r="-8501" b="59204"/>
          <a:stretch>
            <a:fillRect/>
          </a:stretch>
        </p:blipFill>
        <p:spPr>
          <a:xfrm>
            <a:off x="3953544" y="3501008"/>
            <a:ext cx="8839200" cy="2082800"/>
          </a:xfrm>
        </p:spPr>
      </p:pic>
      <p:sp>
        <p:nvSpPr>
          <p:cNvPr id="12" name="Freeform 11"/>
          <p:cNvSpPr/>
          <p:nvPr/>
        </p:nvSpPr>
        <p:spPr>
          <a:xfrm>
            <a:off x="5088607" y="3921100"/>
            <a:ext cx="6296025" cy="1125537"/>
          </a:xfrm>
          <a:custGeom>
            <a:avLst/>
            <a:gdLst>
              <a:gd name="connsiteX0" fmla="*/ 0 w 6295571"/>
              <a:gd name="connsiteY0" fmla="*/ 997857 h 1124857"/>
              <a:gd name="connsiteX1" fmla="*/ 489857 w 6295571"/>
              <a:gd name="connsiteY1" fmla="*/ 1016000 h 1124857"/>
              <a:gd name="connsiteX2" fmla="*/ 743857 w 6295571"/>
              <a:gd name="connsiteY2" fmla="*/ 1070429 h 1124857"/>
              <a:gd name="connsiteX3" fmla="*/ 870857 w 6295571"/>
              <a:gd name="connsiteY3" fmla="*/ 1088572 h 1124857"/>
              <a:gd name="connsiteX4" fmla="*/ 1034143 w 6295571"/>
              <a:gd name="connsiteY4" fmla="*/ 1124857 h 1124857"/>
              <a:gd name="connsiteX5" fmla="*/ 1905000 w 6295571"/>
              <a:gd name="connsiteY5" fmla="*/ 1106715 h 1124857"/>
              <a:gd name="connsiteX6" fmla="*/ 2068286 w 6295571"/>
              <a:gd name="connsiteY6" fmla="*/ 1034143 h 1124857"/>
              <a:gd name="connsiteX7" fmla="*/ 2122714 w 6295571"/>
              <a:gd name="connsiteY7" fmla="*/ 1016000 h 1124857"/>
              <a:gd name="connsiteX8" fmla="*/ 2177143 w 6295571"/>
              <a:gd name="connsiteY8" fmla="*/ 979715 h 1124857"/>
              <a:gd name="connsiteX9" fmla="*/ 2231571 w 6295571"/>
              <a:gd name="connsiteY9" fmla="*/ 961572 h 1124857"/>
              <a:gd name="connsiteX10" fmla="*/ 2286000 w 6295571"/>
              <a:gd name="connsiteY10" fmla="*/ 925286 h 1124857"/>
              <a:gd name="connsiteX11" fmla="*/ 2358571 w 6295571"/>
              <a:gd name="connsiteY11" fmla="*/ 907143 h 1124857"/>
              <a:gd name="connsiteX12" fmla="*/ 2413000 w 6295571"/>
              <a:gd name="connsiteY12" fmla="*/ 889000 h 1124857"/>
              <a:gd name="connsiteX13" fmla="*/ 2540000 w 6295571"/>
              <a:gd name="connsiteY13" fmla="*/ 834572 h 1124857"/>
              <a:gd name="connsiteX14" fmla="*/ 2648857 w 6295571"/>
              <a:gd name="connsiteY14" fmla="*/ 743857 h 1124857"/>
              <a:gd name="connsiteX15" fmla="*/ 2757714 w 6295571"/>
              <a:gd name="connsiteY15" fmla="*/ 671286 h 1124857"/>
              <a:gd name="connsiteX16" fmla="*/ 2794000 w 6295571"/>
              <a:gd name="connsiteY16" fmla="*/ 616857 h 1124857"/>
              <a:gd name="connsiteX17" fmla="*/ 2848428 w 6295571"/>
              <a:gd name="connsiteY17" fmla="*/ 508000 h 1124857"/>
              <a:gd name="connsiteX18" fmla="*/ 2902857 w 6295571"/>
              <a:gd name="connsiteY18" fmla="*/ 471715 h 1124857"/>
              <a:gd name="connsiteX19" fmla="*/ 3011714 w 6295571"/>
              <a:gd name="connsiteY19" fmla="*/ 362857 h 1124857"/>
              <a:gd name="connsiteX20" fmla="*/ 3066143 w 6295571"/>
              <a:gd name="connsiteY20" fmla="*/ 308429 h 1124857"/>
              <a:gd name="connsiteX21" fmla="*/ 3102428 w 6295571"/>
              <a:gd name="connsiteY21" fmla="*/ 254000 h 1124857"/>
              <a:gd name="connsiteX22" fmla="*/ 3156857 w 6295571"/>
              <a:gd name="connsiteY22" fmla="*/ 235857 h 1124857"/>
              <a:gd name="connsiteX23" fmla="*/ 3211286 w 6295571"/>
              <a:gd name="connsiteY23" fmla="*/ 199572 h 1124857"/>
              <a:gd name="connsiteX24" fmla="*/ 3265714 w 6295571"/>
              <a:gd name="connsiteY24" fmla="*/ 181429 h 1124857"/>
              <a:gd name="connsiteX25" fmla="*/ 3320143 w 6295571"/>
              <a:gd name="connsiteY25" fmla="*/ 145143 h 1124857"/>
              <a:gd name="connsiteX26" fmla="*/ 3374571 w 6295571"/>
              <a:gd name="connsiteY26" fmla="*/ 127000 h 1124857"/>
              <a:gd name="connsiteX27" fmla="*/ 3429000 w 6295571"/>
              <a:gd name="connsiteY27" fmla="*/ 90715 h 1124857"/>
              <a:gd name="connsiteX28" fmla="*/ 3574143 w 6295571"/>
              <a:gd name="connsiteY28" fmla="*/ 72572 h 1124857"/>
              <a:gd name="connsiteX29" fmla="*/ 3918857 w 6295571"/>
              <a:gd name="connsiteY29" fmla="*/ 36286 h 1124857"/>
              <a:gd name="connsiteX30" fmla="*/ 4082143 w 6295571"/>
              <a:gd name="connsiteY30" fmla="*/ 0 h 1124857"/>
              <a:gd name="connsiteX31" fmla="*/ 4535714 w 6295571"/>
              <a:gd name="connsiteY31" fmla="*/ 18143 h 1124857"/>
              <a:gd name="connsiteX32" fmla="*/ 4626428 w 6295571"/>
              <a:gd name="connsiteY32" fmla="*/ 36286 h 1124857"/>
              <a:gd name="connsiteX33" fmla="*/ 4699000 w 6295571"/>
              <a:gd name="connsiteY33" fmla="*/ 54429 h 1124857"/>
              <a:gd name="connsiteX34" fmla="*/ 6150428 w 6295571"/>
              <a:gd name="connsiteY34" fmla="*/ 72572 h 1124857"/>
              <a:gd name="connsiteX35" fmla="*/ 6295571 w 6295571"/>
              <a:gd name="connsiteY35" fmla="*/ 127000 h 112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295571" h="1124857">
                <a:moveTo>
                  <a:pt x="0" y="997857"/>
                </a:moveTo>
                <a:cubicBezTo>
                  <a:pt x="163286" y="1003905"/>
                  <a:pt x="326759" y="1006115"/>
                  <a:pt x="489857" y="1016000"/>
                </a:cubicBezTo>
                <a:cubicBezTo>
                  <a:pt x="617861" y="1023758"/>
                  <a:pt x="603756" y="1050414"/>
                  <a:pt x="743857" y="1070429"/>
                </a:cubicBezTo>
                <a:cubicBezTo>
                  <a:pt x="786190" y="1076477"/>
                  <a:pt x="828676" y="1081542"/>
                  <a:pt x="870857" y="1088572"/>
                </a:cubicBezTo>
                <a:cubicBezTo>
                  <a:pt x="939947" y="1100087"/>
                  <a:pt x="968912" y="1108550"/>
                  <a:pt x="1034143" y="1124857"/>
                </a:cubicBezTo>
                <a:cubicBezTo>
                  <a:pt x="1324429" y="1118810"/>
                  <a:pt x="1615098" y="1122820"/>
                  <a:pt x="1905000" y="1106715"/>
                </a:cubicBezTo>
                <a:cubicBezTo>
                  <a:pt x="2010313" y="1100864"/>
                  <a:pt x="1995846" y="1070363"/>
                  <a:pt x="2068286" y="1034143"/>
                </a:cubicBezTo>
                <a:cubicBezTo>
                  <a:pt x="2085391" y="1025590"/>
                  <a:pt x="2105609" y="1024552"/>
                  <a:pt x="2122714" y="1016000"/>
                </a:cubicBezTo>
                <a:cubicBezTo>
                  <a:pt x="2142217" y="1006249"/>
                  <a:pt x="2157640" y="989466"/>
                  <a:pt x="2177143" y="979715"/>
                </a:cubicBezTo>
                <a:cubicBezTo>
                  <a:pt x="2194248" y="971163"/>
                  <a:pt x="2214466" y="970125"/>
                  <a:pt x="2231571" y="961572"/>
                </a:cubicBezTo>
                <a:cubicBezTo>
                  <a:pt x="2251074" y="951820"/>
                  <a:pt x="2265958" y="933876"/>
                  <a:pt x="2286000" y="925286"/>
                </a:cubicBezTo>
                <a:cubicBezTo>
                  <a:pt x="2308919" y="915464"/>
                  <a:pt x="2334596" y="913993"/>
                  <a:pt x="2358571" y="907143"/>
                </a:cubicBezTo>
                <a:cubicBezTo>
                  <a:pt x="2376960" y="901889"/>
                  <a:pt x="2395422" y="896533"/>
                  <a:pt x="2413000" y="889000"/>
                </a:cubicBezTo>
                <a:cubicBezTo>
                  <a:pt x="2569935" y="821743"/>
                  <a:pt x="2412354" y="877121"/>
                  <a:pt x="2540000" y="834572"/>
                </a:cubicBezTo>
                <a:cubicBezTo>
                  <a:pt x="2698993" y="675576"/>
                  <a:pt x="2497318" y="870138"/>
                  <a:pt x="2648857" y="743857"/>
                </a:cubicBezTo>
                <a:cubicBezTo>
                  <a:pt x="2739459" y="668356"/>
                  <a:pt x="2662063" y="703170"/>
                  <a:pt x="2757714" y="671286"/>
                </a:cubicBezTo>
                <a:cubicBezTo>
                  <a:pt x="2769809" y="653143"/>
                  <a:pt x="2784248" y="636360"/>
                  <a:pt x="2794000" y="616857"/>
                </a:cubicBezTo>
                <a:cubicBezTo>
                  <a:pt x="2823511" y="557836"/>
                  <a:pt x="2796436" y="559992"/>
                  <a:pt x="2848428" y="508000"/>
                </a:cubicBezTo>
                <a:cubicBezTo>
                  <a:pt x="2863846" y="492582"/>
                  <a:pt x="2886560" y="486201"/>
                  <a:pt x="2902857" y="471715"/>
                </a:cubicBezTo>
                <a:cubicBezTo>
                  <a:pt x="2941211" y="437623"/>
                  <a:pt x="2975428" y="399143"/>
                  <a:pt x="3011714" y="362857"/>
                </a:cubicBezTo>
                <a:cubicBezTo>
                  <a:pt x="3029857" y="344714"/>
                  <a:pt x="3051911" y="329778"/>
                  <a:pt x="3066143" y="308429"/>
                </a:cubicBezTo>
                <a:cubicBezTo>
                  <a:pt x="3078238" y="290286"/>
                  <a:pt x="3085401" y="267622"/>
                  <a:pt x="3102428" y="254000"/>
                </a:cubicBezTo>
                <a:cubicBezTo>
                  <a:pt x="3117362" y="242053"/>
                  <a:pt x="3139752" y="244410"/>
                  <a:pt x="3156857" y="235857"/>
                </a:cubicBezTo>
                <a:cubicBezTo>
                  <a:pt x="3176360" y="226106"/>
                  <a:pt x="3191783" y="209323"/>
                  <a:pt x="3211286" y="199572"/>
                </a:cubicBezTo>
                <a:cubicBezTo>
                  <a:pt x="3228391" y="191020"/>
                  <a:pt x="3248609" y="189982"/>
                  <a:pt x="3265714" y="181429"/>
                </a:cubicBezTo>
                <a:cubicBezTo>
                  <a:pt x="3285217" y="171677"/>
                  <a:pt x="3300640" y="154895"/>
                  <a:pt x="3320143" y="145143"/>
                </a:cubicBezTo>
                <a:cubicBezTo>
                  <a:pt x="3337248" y="136590"/>
                  <a:pt x="3357466" y="135552"/>
                  <a:pt x="3374571" y="127000"/>
                </a:cubicBezTo>
                <a:cubicBezTo>
                  <a:pt x="3394074" y="117249"/>
                  <a:pt x="3407963" y="96452"/>
                  <a:pt x="3429000" y="90715"/>
                </a:cubicBezTo>
                <a:cubicBezTo>
                  <a:pt x="3476040" y="77886"/>
                  <a:pt x="3525627" y="77424"/>
                  <a:pt x="3574143" y="72572"/>
                </a:cubicBezTo>
                <a:cubicBezTo>
                  <a:pt x="3845858" y="45400"/>
                  <a:pt x="3713080" y="67944"/>
                  <a:pt x="3918857" y="36286"/>
                </a:cubicBezTo>
                <a:cubicBezTo>
                  <a:pt x="4037455" y="18040"/>
                  <a:pt x="3997559" y="28195"/>
                  <a:pt x="4082143" y="0"/>
                </a:cubicBezTo>
                <a:cubicBezTo>
                  <a:pt x="4233333" y="6048"/>
                  <a:pt x="4384738" y="8078"/>
                  <a:pt x="4535714" y="18143"/>
                </a:cubicBezTo>
                <a:cubicBezTo>
                  <a:pt x="4566483" y="20194"/>
                  <a:pt x="4596325" y="29597"/>
                  <a:pt x="4626428" y="36286"/>
                </a:cubicBezTo>
                <a:cubicBezTo>
                  <a:pt x="4650769" y="41695"/>
                  <a:pt x="4674072" y="53835"/>
                  <a:pt x="4699000" y="54429"/>
                </a:cubicBezTo>
                <a:cubicBezTo>
                  <a:pt x="5182710" y="65946"/>
                  <a:pt x="5666619" y="66524"/>
                  <a:pt x="6150428" y="72572"/>
                </a:cubicBezTo>
                <a:cubicBezTo>
                  <a:pt x="6276158" y="93527"/>
                  <a:pt x="6233274" y="64703"/>
                  <a:pt x="6295571" y="127000"/>
                </a:cubicBezTo>
              </a:path>
            </a:pathLst>
          </a:custGeom>
          <a:ln w="76200" cmpd="sng">
            <a:solidFill>
              <a:srgbClr val="DA1F28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5088607" y="4787875"/>
            <a:ext cx="5353050" cy="441325"/>
          </a:xfrm>
          <a:custGeom>
            <a:avLst/>
            <a:gdLst>
              <a:gd name="connsiteX0" fmla="*/ 0 w 5352143"/>
              <a:gd name="connsiteY0" fmla="*/ 276880 h 442543"/>
              <a:gd name="connsiteX1" fmla="*/ 671286 w 5352143"/>
              <a:gd name="connsiteY1" fmla="*/ 295023 h 442543"/>
              <a:gd name="connsiteX2" fmla="*/ 743857 w 5352143"/>
              <a:gd name="connsiteY2" fmla="*/ 313166 h 442543"/>
              <a:gd name="connsiteX3" fmla="*/ 870857 w 5352143"/>
              <a:gd name="connsiteY3" fmla="*/ 331309 h 442543"/>
              <a:gd name="connsiteX4" fmla="*/ 1614714 w 5352143"/>
              <a:gd name="connsiteY4" fmla="*/ 295023 h 442543"/>
              <a:gd name="connsiteX5" fmla="*/ 1705428 w 5352143"/>
              <a:gd name="connsiteY5" fmla="*/ 276880 h 442543"/>
              <a:gd name="connsiteX6" fmla="*/ 1814286 w 5352143"/>
              <a:gd name="connsiteY6" fmla="*/ 258737 h 442543"/>
              <a:gd name="connsiteX7" fmla="*/ 1868714 w 5352143"/>
              <a:gd name="connsiteY7" fmla="*/ 240595 h 442543"/>
              <a:gd name="connsiteX8" fmla="*/ 2140857 w 5352143"/>
              <a:gd name="connsiteY8" fmla="*/ 222452 h 442543"/>
              <a:gd name="connsiteX9" fmla="*/ 2467428 w 5352143"/>
              <a:gd name="connsiteY9" fmla="*/ 168023 h 442543"/>
              <a:gd name="connsiteX10" fmla="*/ 2612571 w 5352143"/>
              <a:gd name="connsiteY10" fmla="*/ 131737 h 442543"/>
              <a:gd name="connsiteX11" fmla="*/ 2667000 w 5352143"/>
              <a:gd name="connsiteY11" fmla="*/ 77309 h 442543"/>
              <a:gd name="connsiteX12" fmla="*/ 2884714 w 5352143"/>
              <a:gd name="connsiteY12" fmla="*/ 41023 h 442543"/>
              <a:gd name="connsiteX13" fmla="*/ 2939143 w 5352143"/>
              <a:gd name="connsiteY13" fmla="*/ 4737 h 442543"/>
              <a:gd name="connsiteX14" fmla="*/ 3175000 w 5352143"/>
              <a:gd name="connsiteY14" fmla="*/ 59166 h 442543"/>
              <a:gd name="connsiteX15" fmla="*/ 3229428 w 5352143"/>
              <a:gd name="connsiteY15" fmla="*/ 168023 h 442543"/>
              <a:gd name="connsiteX16" fmla="*/ 3283857 w 5352143"/>
              <a:gd name="connsiteY16" fmla="*/ 186166 h 442543"/>
              <a:gd name="connsiteX17" fmla="*/ 3320143 w 5352143"/>
              <a:gd name="connsiteY17" fmla="*/ 240595 h 442543"/>
              <a:gd name="connsiteX18" fmla="*/ 3429000 w 5352143"/>
              <a:gd name="connsiteY18" fmla="*/ 276880 h 442543"/>
              <a:gd name="connsiteX19" fmla="*/ 3556000 w 5352143"/>
              <a:gd name="connsiteY19" fmla="*/ 331309 h 442543"/>
              <a:gd name="connsiteX20" fmla="*/ 3828143 w 5352143"/>
              <a:gd name="connsiteY20" fmla="*/ 385737 h 442543"/>
              <a:gd name="connsiteX21" fmla="*/ 4807857 w 5352143"/>
              <a:gd name="connsiteY21" fmla="*/ 403880 h 442543"/>
              <a:gd name="connsiteX22" fmla="*/ 4916714 w 5352143"/>
              <a:gd name="connsiteY22" fmla="*/ 367595 h 442543"/>
              <a:gd name="connsiteX23" fmla="*/ 4971143 w 5352143"/>
              <a:gd name="connsiteY23" fmla="*/ 349452 h 442543"/>
              <a:gd name="connsiteX24" fmla="*/ 5043714 w 5352143"/>
              <a:gd name="connsiteY24" fmla="*/ 331309 h 442543"/>
              <a:gd name="connsiteX25" fmla="*/ 5098143 w 5352143"/>
              <a:gd name="connsiteY25" fmla="*/ 313166 h 442543"/>
              <a:gd name="connsiteX26" fmla="*/ 5243286 w 5352143"/>
              <a:gd name="connsiteY26" fmla="*/ 276880 h 442543"/>
              <a:gd name="connsiteX27" fmla="*/ 5352143 w 5352143"/>
              <a:gd name="connsiteY27" fmla="*/ 258737 h 442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52143" h="442543">
                <a:moveTo>
                  <a:pt x="0" y="276880"/>
                </a:moveTo>
                <a:cubicBezTo>
                  <a:pt x="223762" y="282928"/>
                  <a:pt x="447708" y="284117"/>
                  <a:pt x="671286" y="295023"/>
                </a:cubicBezTo>
                <a:cubicBezTo>
                  <a:pt x="696191" y="296238"/>
                  <a:pt x="719324" y="308705"/>
                  <a:pt x="743857" y="313166"/>
                </a:cubicBezTo>
                <a:cubicBezTo>
                  <a:pt x="785930" y="320816"/>
                  <a:pt x="828524" y="325261"/>
                  <a:pt x="870857" y="331309"/>
                </a:cubicBezTo>
                <a:lnTo>
                  <a:pt x="1614714" y="295023"/>
                </a:lnTo>
                <a:cubicBezTo>
                  <a:pt x="1645444" y="292462"/>
                  <a:pt x="1675089" y="282396"/>
                  <a:pt x="1705428" y="276880"/>
                </a:cubicBezTo>
                <a:cubicBezTo>
                  <a:pt x="1741621" y="270299"/>
                  <a:pt x="1778375" y="266717"/>
                  <a:pt x="1814286" y="258737"/>
                </a:cubicBezTo>
                <a:cubicBezTo>
                  <a:pt x="1832955" y="254589"/>
                  <a:pt x="1849707" y="242707"/>
                  <a:pt x="1868714" y="240595"/>
                </a:cubicBezTo>
                <a:cubicBezTo>
                  <a:pt x="1959074" y="230555"/>
                  <a:pt x="2050283" y="230328"/>
                  <a:pt x="2140857" y="222452"/>
                </a:cubicBezTo>
                <a:cubicBezTo>
                  <a:pt x="2243475" y="213529"/>
                  <a:pt x="2369388" y="192533"/>
                  <a:pt x="2467428" y="168023"/>
                </a:cubicBezTo>
                <a:lnTo>
                  <a:pt x="2612571" y="131737"/>
                </a:lnTo>
                <a:cubicBezTo>
                  <a:pt x="2630714" y="113594"/>
                  <a:pt x="2644051" y="88783"/>
                  <a:pt x="2667000" y="77309"/>
                </a:cubicBezTo>
                <a:cubicBezTo>
                  <a:pt x="2688224" y="66697"/>
                  <a:pt x="2881703" y="41453"/>
                  <a:pt x="2884714" y="41023"/>
                </a:cubicBezTo>
                <a:cubicBezTo>
                  <a:pt x="2902857" y="28928"/>
                  <a:pt x="2917402" y="6409"/>
                  <a:pt x="2939143" y="4737"/>
                </a:cubicBezTo>
                <a:cubicBezTo>
                  <a:pt x="3093938" y="-7170"/>
                  <a:pt x="3087340" y="726"/>
                  <a:pt x="3175000" y="59166"/>
                </a:cubicBezTo>
                <a:cubicBezTo>
                  <a:pt x="3186951" y="95020"/>
                  <a:pt x="3197456" y="142445"/>
                  <a:pt x="3229428" y="168023"/>
                </a:cubicBezTo>
                <a:cubicBezTo>
                  <a:pt x="3244362" y="179970"/>
                  <a:pt x="3265714" y="180118"/>
                  <a:pt x="3283857" y="186166"/>
                </a:cubicBezTo>
                <a:cubicBezTo>
                  <a:pt x="3295952" y="204309"/>
                  <a:pt x="3301652" y="229038"/>
                  <a:pt x="3320143" y="240595"/>
                </a:cubicBezTo>
                <a:cubicBezTo>
                  <a:pt x="3352578" y="260867"/>
                  <a:pt x="3429000" y="276880"/>
                  <a:pt x="3429000" y="276880"/>
                </a:cubicBezTo>
                <a:cubicBezTo>
                  <a:pt x="3515352" y="334449"/>
                  <a:pt x="3449493" y="299357"/>
                  <a:pt x="3556000" y="331309"/>
                </a:cubicBezTo>
                <a:cubicBezTo>
                  <a:pt x="3745189" y="388066"/>
                  <a:pt x="3586211" y="358857"/>
                  <a:pt x="3828143" y="385737"/>
                </a:cubicBezTo>
                <a:cubicBezTo>
                  <a:pt x="4243234" y="489510"/>
                  <a:pt x="3923428" y="423107"/>
                  <a:pt x="4807857" y="403880"/>
                </a:cubicBezTo>
                <a:lnTo>
                  <a:pt x="4916714" y="367595"/>
                </a:lnTo>
                <a:cubicBezTo>
                  <a:pt x="4934857" y="361547"/>
                  <a:pt x="4952590" y="354090"/>
                  <a:pt x="4971143" y="349452"/>
                </a:cubicBezTo>
                <a:cubicBezTo>
                  <a:pt x="4995333" y="343404"/>
                  <a:pt x="5019739" y="338159"/>
                  <a:pt x="5043714" y="331309"/>
                </a:cubicBezTo>
                <a:cubicBezTo>
                  <a:pt x="5062103" y="326055"/>
                  <a:pt x="5079692" y="318198"/>
                  <a:pt x="5098143" y="313166"/>
                </a:cubicBezTo>
                <a:cubicBezTo>
                  <a:pt x="5146256" y="300044"/>
                  <a:pt x="5195975" y="292651"/>
                  <a:pt x="5243286" y="276880"/>
                </a:cubicBezTo>
                <a:cubicBezTo>
                  <a:pt x="5314926" y="253000"/>
                  <a:pt x="5278590" y="258737"/>
                  <a:pt x="5352143" y="258737"/>
                </a:cubicBezTo>
              </a:path>
            </a:pathLst>
          </a:custGeom>
          <a:ln w="76200" cmpd="sng"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36232" y="5589240"/>
            <a:ext cx="8160568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000" dirty="0"/>
              <a:t>3G and earlier maintains two data paths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r>
              <a:rPr lang="en-US" altLang="en-US" sz="1600" dirty="0"/>
              <a:t>Circuit switched: Voice calls (8kbps) and SMS/MMS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r>
              <a:rPr lang="en-US" altLang="en-US" sz="1600" dirty="0"/>
              <a:t>Packet switched: All IP data</a:t>
            </a:r>
          </a:p>
        </p:txBody>
      </p:sp>
    </p:spTree>
    <p:extLst>
      <p:ext uri="{BB962C8B-B14F-4D97-AF65-F5344CB8AC3E}">
        <p14:creationId xmlns:p14="http://schemas.microsoft.com/office/powerpoint/2010/main" val="313332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84825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 smtClean="0"/>
              <a:t>Long Term Evolution(LTE) </a:t>
            </a:r>
            <a:r>
              <a:rPr lang="en-US" altLang="en-US" sz="3600" dirty="0"/>
              <a:t>: </a:t>
            </a:r>
            <a:r>
              <a:rPr lang="en-US" altLang="en-US" sz="3600" dirty="0" smtClean="0"/>
              <a:t>4G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0" y="980728"/>
            <a:ext cx="4263118" cy="2520280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176" y="926976"/>
            <a:ext cx="7293496" cy="3509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01" r="-8501" b="59204"/>
          <a:stretch>
            <a:fillRect/>
          </a:stretch>
        </p:blipFill>
        <p:spPr>
          <a:xfrm>
            <a:off x="-528736" y="4514552"/>
            <a:ext cx="6696744" cy="2082800"/>
          </a:xfrm>
        </p:spPr>
      </p:pic>
      <p:pic>
        <p:nvPicPr>
          <p:cNvPr id="17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352" y="4436721"/>
            <a:ext cx="5270376" cy="208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573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84825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 smtClean="0"/>
              <a:t>Long Term Evolution(LTE) </a:t>
            </a:r>
            <a:r>
              <a:rPr lang="en-US" altLang="en-US" sz="3600" dirty="0"/>
              <a:t>: </a:t>
            </a:r>
            <a:r>
              <a:rPr lang="en-US" altLang="en-US" sz="3600" dirty="0" smtClean="0"/>
              <a:t>4G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222" y="762000"/>
            <a:ext cx="88100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900" dirty="0"/>
              <a:t>Long-Term Evolution (LTE) uses “all IP” approach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r>
              <a:rPr lang="en-US" altLang="en-US" dirty="0" smtClean="0"/>
              <a:t> Everything </a:t>
            </a:r>
            <a:r>
              <a:rPr lang="en-US" altLang="en-US" dirty="0"/>
              <a:t>over IP, including </a:t>
            </a:r>
            <a:r>
              <a:rPr lang="en-US" altLang="en-US" dirty="0" smtClean="0"/>
              <a:t>voice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r>
              <a:rPr lang="en-US" altLang="en-US" dirty="0" smtClean="0"/>
              <a:t> S-GW </a:t>
            </a:r>
            <a:r>
              <a:rPr lang="en-US" altLang="en-US" dirty="0"/>
              <a:t>(Serving Gateway) replaced SGSN, P-GW replaces GGSN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endParaRPr lang="en-US" altLang="en-US" dirty="0"/>
          </a:p>
        </p:txBody>
      </p:sp>
      <p:pic>
        <p:nvPicPr>
          <p:cNvPr id="1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294" y="2708920"/>
            <a:ext cx="4668933" cy="216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4830990" y="2362438"/>
            <a:ext cx="7340600" cy="3476625"/>
            <a:chOff x="871538" y="2641600"/>
            <a:chExt cx="7340600" cy="3476625"/>
          </a:xfrm>
        </p:grpSpPr>
        <p:sp>
          <p:nvSpPr>
            <p:cNvPr id="12" name="Hexagon 11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1066800" y="2832100"/>
              <a:ext cx="2397125" cy="1989138"/>
            </a:xfrm>
            <a:prstGeom prst="hexagon">
              <a:avLst/>
            </a:prstGeom>
            <a:solidFill>
              <a:srgbClr val="9AE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3217863" y="2951163"/>
              <a:ext cx="4498975" cy="2763837"/>
            </a:xfrm>
            <a:custGeom>
              <a:avLst/>
              <a:gdLst>
                <a:gd name="connsiteX0" fmla="*/ 409574 w 1466206"/>
                <a:gd name="connsiteY0" fmla="*/ 41300 h 846656"/>
                <a:gd name="connsiteX1" fmla="*/ 55068 w 1466206"/>
                <a:gd name="connsiteY1" fmla="*/ 92926 h 846656"/>
                <a:gd name="connsiteX2" fmla="*/ 0 w 1466206"/>
                <a:gd name="connsiteY2" fmla="*/ 344169 h 846656"/>
                <a:gd name="connsiteX3" fmla="*/ 37859 w 1466206"/>
                <a:gd name="connsiteY3" fmla="*/ 726197 h 846656"/>
                <a:gd name="connsiteX4" fmla="*/ 320087 w 1466206"/>
                <a:gd name="connsiteY4" fmla="*/ 846656 h 846656"/>
                <a:gd name="connsiteX5" fmla="*/ 949936 w 1466206"/>
                <a:gd name="connsiteY5" fmla="*/ 777822 h 846656"/>
                <a:gd name="connsiteX6" fmla="*/ 1466206 w 1466206"/>
                <a:gd name="connsiteY6" fmla="*/ 757172 h 846656"/>
                <a:gd name="connsiteX7" fmla="*/ 1466206 w 1466206"/>
                <a:gd name="connsiteY7" fmla="*/ 357936 h 846656"/>
                <a:gd name="connsiteX8" fmla="*/ 1287232 w 1466206"/>
                <a:gd name="connsiteY8" fmla="*/ 0 h 846656"/>
                <a:gd name="connsiteX9" fmla="*/ 719336 w 1466206"/>
                <a:gd name="connsiteY9" fmla="*/ 55067 h 846656"/>
                <a:gd name="connsiteX10" fmla="*/ 409574 w 1466206"/>
                <a:gd name="connsiteY10" fmla="*/ 41300 h 846656"/>
                <a:gd name="connsiteX0" fmla="*/ 409574 w 1466206"/>
                <a:gd name="connsiteY0" fmla="*/ 41300 h 846656"/>
                <a:gd name="connsiteX1" fmla="*/ 55068 w 1466206"/>
                <a:gd name="connsiteY1" fmla="*/ 92926 h 846656"/>
                <a:gd name="connsiteX2" fmla="*/ 0 w 1466206"/>
                <a:gd name="connsiteY2" fmla="*/ 344169 h 846656"/>
                <a:gd name="connsiteX3" fmla="*/ 37859 w 1466206"/>
                <a:gd name="connsiteY3" fmla="*/ 726197 h 846656"/>
                <a:gd name="connsiteX4" fmla="*/ 320087 w 1466206"/>
                <a:gd name="connsiteY4" fmla="*/ 846656 h 846656"/>
                <a:gd name="connsiteX5" fmla="*/ 949936 w 1466206"/>
                <a:gd name="connsiteY5" fmla="*/ 777822 h 846656"/>
                <a:gd name="connsiteX6" fmla="*/ 1466206 w 1466206"/>
                <a:gd name="connsiteY6" fmla="*/ 757172 h 846656"/>
                <a:gd name="connsiteX7" fmla="*/ 1466206 w 1466206"/>
                <a:gd name="connsiteY7" fmla="*/ 357936 h 846656"/>
                <a:gd name="connsiteX8" fmla="*/ 1287232 w 1466206"/>
                <a:gd name="connsiteY8" fmla="*/ 0 h 846656"/>
                <a:gd name="connsiteX9" fmla="*/ 719336 w 1466206"/>
                <a:gd name="connsiteY9" fmla="*/ 55067 h 846656"/>
                <a:gd name="connsiteX10" fmla="*/ 409574 w 1466206"/>
                <a:gd name="connsiteY10" fmla="*/ 41300 h 846656"/>
                <a:gd name="connsiteX0" fmla="*/ 416148 w 1472780"/>
                <a:gd name="connsiteY0" fmla="*/ 41300 h 846656"/>
                <a:gd name="connsiteX1" fmla="*/ 61642 w 1472780"/>
                <a:gd name="connsiteY1" fmla="*/ 92926 h 846656"/>
                <a:gd name="connsiteX2" fmla="*/ 6574 w 1472780"/>
                <a:gd name="connsiteY2" fmla="*/ 344169 h 846656"/>
                <a:gd name="connsiteX3" fmla="*/ 44433 w 1472780"/>
                <a:gd name="connsiteY3" fmla="*/ 726197 h 846656"/>
                <a:gd name="connsiteX4" fmla="*/ 326661 w 1472780"/>
                <a:gd name="connsiteY4" fmla="*/ 846656 h 846656"/>
                <a:gd name="connsiteX5" fmla="*/ 956510 w 1472780"/>
                <a:gd name="connsiteY5" fmla="*/ 777822 h 846656"/>
                <a:gd name="connsiteX6" fmla="*/ 1472780 w 1472780"/>
                <a:gd name="connsiteY6" fmla="*/ 757172 h 846656"/>
                <a:gd name="connsiteX7" fmla="*/ 1472780 w 1472780"/>
                <a:gd name="connsiteY7" fmla="*/ 357936 h 846656"/>
                <a:gd name="connsiteX8" fmla="*/ 1293806 w 1472780"/>
                <a:gd name="connsiteY8" fmla="*/ 0 h 846656"/>
                <a:gd name="connsiteX9" fmla="*/ 725910 w 1472780"/>
                <a:gd name="connsiteY9" fmla="*/ 55067 h 846656"/>
                <a:gd name="connsiteX10" fmla="*/ 416148 w 1472780"/>
                <a:gd name="connsiteY10" fmla="*/ 41300 h 846656"/>
                <a:gd name="connsiteX0" fmla="*/ 416148 w 1472780"/>
                <a:gd name="connsiteY0" fmla="*/ 41300 h 846656"/>
                <a:gd name="connsiteX1" fmla="*/ 61642 w 1472780"/>
                <a:gd name="connsiteY1" fmla="*/ 92926 h 846656"/>
                <a:gd name="connsiteX2" fmla="*/ 6574 w 1472780"/>
                <a:gd name="connsiteY2" fmla="*/ 344169 h 846656"/>
                <a:gd name="connsiteX3" fmla="*/ 44433 w 1472780"/>
                <a:gd name="connsiteY3" fmla="*/ 726197 h 846656"/>
                <a:gd name="connsiteX4" fmla="*/ 326661 w 1472780"/>
                <a:gd name="connsiteY4" fmla="*/ 846656 h 846656"/>
                <a:gd name="connsiteX5" fmla="*/ 956510 w 1472780"/>
                <a:gd name="connsiteY5" fmla="*/ 777822 h 846656"/>
                <a:gd name="connsiteX6" fmla="*/ 1472780 w 1472780"/>
                <a:gd name="connsiteY6" fmla="*/ 757172 h 846656"/>
                <a:gd name="connsiteX7" fmla="*/ 1472780 w 1472780"/>
                <a:gd name="connsiteY7" fmla="*/ 357936 h 846656"/>
                <a:gd name="connsiteX8" fmla="*/ 1293806 w 1472780"/>
                <a:gd name="connsiteY8" fmla="*/ 0 h 846656"/>
                <a:gd name="connsiteX9" fmla="*/ 725910 w 1472780"/>
                <a:gd name="connsiteY9" fmla="*/ 55067 h 846656"/>
                <a:gd name="connsiteX10" fmla="*/ 416148 w 1472780"/>
                <a:gd name="connsiteY10" fmla="*/ 41300 h 846656"/>
                <a:gd name="connsiteX0" fmla="*/ 416148 w 1518548"/>
                <a:gd name="connsiteY0" fmla="*/ 41300 h 846656"/>
                <a:gd name="connsiteX1" fmla="*/ 61642 w 1518548"/>
                <a:gd name="connsiteY1" fmla="*/ 92926 h 846656"/>
                <a:gd name="connsiteX2" fmla="*/ 6574 w 1518548"/>
                <a:gd name="connsiteY2" fmla="*/ 344169 h 846656"/>
                <a:gd name="connsiteX3" fmla="*/ 44433 w 1518548"/>
                <a:gd name="connsiteY3" fmla="*/ 726197 h 846656"/>
                <a:gd name="connsiteX4" fmla="*/ 326661 w 1518548"/>
                <a:gd name="connsiteY4" fmla="*/ 846656 h 846656"/>
                <a:gd name="connsiteX5" fmla="*/ 956510 w 1518548"/>
                <a:gd name="connsiteY5" fmla="*/ 777822 h 846656"/>
                <a:gd name="connsiteX6" fmla="*/ 1472780 w 1518548"/>
                <a:gd name="connsiteY6" fmla="*/ 757172 h 846656"/>
                <a:gd name="connsiteX7" fmla="*/ 1472780 w 1518548"/>
                <a:gd name="connsiteY7" fmla="*/ 357936 h 846656"/>
                <a:gd name="connsiteX8" fmla="*/ 1293806 w 1518548"/>
                <a:gd name="connsiteY8" fmla="*/ 0 h 846656"/>
                <a:gd name="connsiteX9" fmla="*/ 725910 w 1518548"/>
                <a:gd name="connsiteY9" fmla="*/ 55067 h 846656"/>
                <a:gd name="connsiteX10" fmla="*/ 416148 w 1518548"/>
                <a:gd name="connsiteY10" fmla="*/ 41300 h 846656"/>
                <a:gd name="connsiteX0" fmla="*/ 416148 w 1518548"/>
                <a:gd name="connsiteY0" fmla="*/ 84063 h 889419"/>
                <a:gd name="connsiteX1" fmla="*/ 61642 w 1518548"/>
                <a:gd name="connsiteY1" fmla="*/ 135689 h 889419"/>
                <a:gd name="connsiteX2" fmla="*/ 6574 w 1518548"/>
                <a:gd name="connsiteY2" fmla="*/ 386932 h 889419"/>
                <a:gd name="connsiteX3" fmla="*/ 44433 w 1518548"/>
                <a:gd name="connsiteY3" fmla="*/ 768960 h 889419"/>
                <a:gd name="connsiteX4" fmla="*/ 326661 w 1518548"/>
                <a:gd name="connsiteY4" fmla="*/ 889419 h 889419"/>
                <a:gd name="connsiteX5" fmla="*/ 956510 w 1518548"/>
                <a:gd name="connsiteY5" fmla="*/ 820585 h 889419"/>
                <a:gd name="connsiteX6" fmla="*/ 1472780 w 1518548"/>
                <a:gd name="connsiteY6" fmla="*/ 799935 h 889419"/>
                <a:gd name="connsiteX7" fmla="*/ 1472780 w 1518548"/>
                <a:gd name="connsiteY7" fmla="*/ 400699 h 889419"/>
                <a:gd name="connsiteX8" fmla="*/ 1293806 w 1518548"/>
                <a:gd name="connsiteY8" fmla="*/ 42763 h 889419"/>
                <a:gd name="connsiteX9" fmla="*/ 725910 w 1518548"/>
                <a:gd name="connsiteY9" fmla="*/ 97830 h 889419"/>
                <a:gd name="connsiteX10" fmla="*/ 416148 w 1518548"/>
                <a:gd name="connsiteY10" fmla="*/ 84063 h 889419"/>
                <a:gd name="connsiteX0" fmla="*/ 416148 w 1518548"/>
                <a:gd name="connsiteY0" fmla="*/ 52053 h 857409"/>
                <a:gd name="connsiteX1" fmla="*/ 61642 w 1518548"/>
                <a:gd name="connsiteY1" fmla="*/ 103679 h 857409"/>
                <a:gd name="connsiteX2" fmla="*/ 6574 w 1518548"/>
                <a:gd name="connsiteY2" fmla="*/ 354922 h 857409"/>
                <a:gd name="connsiteX3" fmla="*/ 44433 w 1518548"/>
                <a:gd name="connsiteY3" fmla="*/ 736950 h 857409"/>
                <a:gd name="connsiteX4" fmla="*/ 326661 w 1518548"/>
                <a:gd name="connsiteY4" fmla="*/ 857409 h 857409"/>
                <a:gd name="connsiteX5" fmla="*/ 956510 w 1518548"/>
                <a:gd name="connsiteY5" fmla="*/ 788575 h 857409"/>
                <a:gd name="connsiteX6" fmla="*/ 1472780 w 1518548"/>
                <a:gd name="connsiteY6" fmla="*/ 767925 h 857409"/>
                <a:gd name="connsiteX7" fmla="*/ 1472780 w 1518548"/>
                <a:gd name="connsiteY7" fmla="*/ 368689 h 857409"/>
                <a:gd name="connsiteX8" fmla="*/ 1293806 w 1518548"/>
                <a:gd name="connsiteY8" fmla="*/ 10753 h 857409"/>
                <a:gd name="connsiteX9" fmla="*/ 928976 w 1518548"/>
                <a:gd name="connsiteY9" fmla="*/ 89911 h 857409"/>
                <a:gd name="connsiteX10" fmla="*/ 416148 w 1518548"/>
                <a:gd name="connsiteY10" fmla="*/ 52053 h 857409"/>
                <a:gd name="connsiteX0" fmla="*/ 430374 w 1519007"/>
                <a:gd name="connsiteY0" fmla="*/ 231021 h 857409"/>
                <a:gd name="connsiteX1" fmla="*/ 62101 w 1519007"/>
                <a:gd name="connsiteY1" fmla="*/ 103679 h 857409"/>
                <a:gd name="connsiteX2" fmla="*/ 7033 w 1519007"/>
                <a:gd name="connsiteY2" fmla="*/ 354922 h 857409"/>
                <a:gd name="connsiteX3" fmla="*/ 44892 w 1519007"/>
                <a:gd name="connsiteY3" fmla="*/ 736950 h 857409"/>
                <a:gd name="connsiteX4" fmla="*/ 327120 w 1519007"/>
                <a:gd name="connsiteY4" fmla="*/ 857409 h 857409"/>
                <a:gd name="connsiteX5" fmla="*/ 956969 w 1519007"/>
                <a:gd name="connsiteY5" fmla="*/ 788575 h 857409"/>
                <a:gd name="connsiteX6" fmla="*/ 1473239 w 1519007"/>
                <a:gd name="connsiteY6" fmla="*/ 767925 h 857409"/>
                <a:gd name="connsiteX7" fmla="*/ 1473239 w 1519007"/>
                <a:gd name="connsiteY7" fmla="*/ 368689 h 857409"/>
                <a:gd name="connsiteX8" fmla="*/ 1294265 w 1519007"/>
                <a:gd name="connsiteY8" fmla="*/ 10753 h 857409"/>
                <a:gd name="connsiteX9" fmla="*/ 929435 w 1519007"/>
                <a:gd name="connsiteY9" fmla="*/ 89911 h 857409"/>
                <a:gd name="connsiteX10" fmla="*/ 430374 w 1519007"/>
                <a:gd name="connsiteY10" fmla="*/ 231021 h 857409"/>
                <a:gd name="connsiteX0" fmla="*/ 457084 w 1545717"/>
                <a:gd name="connsiteY0" fmla="*/ 231021 h 857409"/>
                <a:gd name="connsiteX1" fmla="*/ 88811 w 1545717"/>
                <a:gd name="connsiteY1" fmla="*/ 103679 h 857409"/>
                <a:gd name="connsiteX2" fmla="*/ 33743 w 1545717"/>
                <a:gd name="connsiteY2" fmla="*/ 354922 h 857409"/>
                <a:gd name="connsiteX3" fmla="*/ 71602 w 1545717"/>
                <a:gd name="connsiteY3" fmla="*/ 736950 h 857409"/>
                <a:gd name="connsiteX4" fmla="*/ 353830 w 1545717"/>
                <a:gd name="connsiteY4" fmla="*/ 857409 h 857409"/>
                <a:gd name="connsiteX5" fmla="*/ 983679 w 1545717"/>
                <a:gd name="connsiteY5" fmla="*/ 788575 h 857409"/>
                <a:gd name="connsiteX6" fmla="*/ 1499949 w 1545717"/>
                <a:gd name="connsiteY6" fmla="*/ 767925 h 857409"/>
                <a:gd name="connsiteX7" fmla="*/ 1499949 w 1545717"/>
                <a:gd name="connsiteY7" fmla="*/ 368689 h 857409"/>
                <a:gd name="connsiteX8" fmla="*/ 1320975 w 1545717"/>
                <a:gd name="connsiteY8" fmla="*/ 10753 h 857409"/>
                <a:gd name="connsiteX9" fmla="*/ 956145 w 1545717"/>
                <a:gd name="connsiteY9" fmla="*/ 89911 h 857409"/>
                <a:gd name="connsiteX10" fmla="*/ 457084 w 1545717"/>
                <a:gd name="connsiteY10" fmla="*/ 231021 h 857409"/>
                <a:gd name="connsiteX0" fmla="*/ 563227 w 1524513"/>
                <a:gd name="connsiteY0" fmla="*/ 182837 h 857409"/>
                <a:gd name="connsiteX1" fmla="*/ 67607 w 1524513"/>
                <a:gd name="connsiteY1" fmla="*/ 103679 h 857409"/>
                <a:gd name="connsiteX2" fmla="*/ 12539 w 1524513"/>
                <a:gd name="connsiteY2" fmla="*/ 354922 h 857409"/>
                <a:gd name="connsiteX3" fmla="*/ 50398 w 1524513"/>
                <a:gd name="connsiteY3" fmla="*/ 736950 h 857409"/>
                <a:gd name="connsiteX4" fmla="*/ 332626 w 1524513"/>
                <a:gd name="connsiteY4" fmla="*/ 857409 h 857409"/>
                <a:gd name="connsiteX5" fmla="*/ 962475 w 1524513"/>
                <a:gd name="connsiteY5" fmla="*/ 788575 h 857409"/>
                <a:gd name="connsiteX6" fmla="*/ 1478745 w 1524513"/>
                <a:gd name="connsiteY6" fmla="*/ 767925 h 857409"/>
                <a:gd name="connsiteX7" fmla="*/ 1478745 w 1524513"/>
                <a:gd name="connsiteY7" fmla="*/ 368689 h 857409"/>
                <a:gd name="connsiteX8" fmla="*/ 1299771 w 1524513"/>
                <a:gd name="connsiteY8" fmla="*/ 10753 h 857409"/>
                <a:gd name="connsiteX9" fmla="*/ 934941 w 1524513"/>
                <a:gd name="connsiteY9" fmla="*/ 89911 h 857409"/>
                <a:gd name="connsiteX10" fmla="*/ 563227 w 1524513"/>
                <a:gd name="connsiteY10" fmla="*/ 182837 h 857409"/>
                <a:gd name="connsiteX0" fmla="*/ 563227 w 1539800"/>
                <a:gd name="connsiteY0" fmla="*/ 182837 h 857409"/>
                <a:gd name="connsiteX1" fmla="*/ 67607 w 1539800"/>
                <a:gd name="connsiteY1" fmla="*/ 103679 h 857409"/>
                <a:gd name="connsiteX2" fmla="*/ 12539 w 1539800"/>
                <a:gd name="connsiteY2" fmla="*/ 354922 h 857409"/>
                <a:gd name="connsiteX3" fmla="*/ 50398 w 1539800"/>
                <a:gd name="connsiteY3" fmla="*/ 736950 h 857409"/>
                <a:gd name="connsiteX4" fmla="*/ 332626 w 1539800"/>
                <a:gd name="connsiteY4" fmla="*/ 857409 h 857409"/>
                <a:gd name="connsiteX5" fmla="*/ 752525 w 1539800"/>
                <a:gd name="connsiteY5" fmla="*/ 726625 h 857409"/>
                <a:gd name="connsiteX6" fmla="*/ 1478745 w 1539800"/>
                <a:gd name="connsiteY6" fmla="*/ 767925 h 857409"/>
                <a:gd name="connsiteX7" fmla="*/ 1478745 w 1539800"/>
                <a:gd name="connsiteY7" fmla="*/ 368689 h 857409"/>
                <a:gd name="connsiteX8" fmla="*/ 1299771 w 1539800"/>
                <a:gd name="connsiteY8" fmla="*/ 10753 h 857409"/>
                <a:gd name="connsiteX9" fmla="*/ 934941 w 1539800"/>
                <a:gd name="connsiteY9" fmla="*/ 89911 h 857409"/>
                <a:gd name="connsiteX10" fmla="*/ 563227 w 1539800"/>
                <a:gd name="connsiteY10" fmla="*/ 182837 h 857409"/>
                <a:gd name="connsiteX0" fmla="*/ 563227 w 1539800"/>
                <a:gd name="connsiteY0" fmla="*/ 182837 h 857409"/>
                <a:gd name="connsiteX1" fmla="*/ 67607 w 1539800"/>
                <a:gd name="connsiteY1" fmla="*/ 103679 h 857409"/>
                <a:gd name="connsiteX2" fmla="*/ 12539 w 1539800"/>
                <a:gd name="connsiteY2" fmla="*/ 354922 h 857409"/>
                <a:gd name="connsiteX3" fmla="*/ 50398 w 1539800"/>
                <a:gd name="connsiteY3" fmla="*/ 736950 h 857409"/>
                <a:gd name="connsiteX4" fmla="*/ 332626 w 1539800"/>
                <a:gd name="connsiteY4" fmla="*/ 857409 h 857409"/>
                <a:gd name="connsiteX5" fmla="*/ 752525 w 1539800"/>
                <a:gd name="connsiteY5" fmla="*/ 726625 h 857409"/>
                <a:gd name="connsiteX6" fmla="*/ 1478745 w 1539800"/>
                <a:gd name="connsiteY6" fmla="*/ 767925 h 857409"/>
                <a:gd name="connsiteX7" fmla="*/ 1478745 w 1539800"/>
                <a:gd name="connsiteY7" fmla="*/ 368689 h 857409"/>
                <a:gd name="connsiteX8" fmla="*/ 1299771 w 1539800"/>
                <a:gd name="connsiteY8" fmla="*/ 10753 h 857409"/>
                <a:gd name="connsiteX9" fmla="*/ 934941 w 1539800"/>
                <a:gd name="connsiteY9" fmla="*/ 89911 h 857409"/>
                <a:gd name="connsiteX10" fmla="*/ 563227 w 1539800"/>
                <a:gd name="connsiteY10" fmla="*/ 182837 h 857409"/>
                <a:gd name="connsiteX0" fmla="*/ 563227 w 1539800"/>
                <a:gd name="connsiteY0" fmla="*/ 95020 h 769592"/>
                <a:gd name="connsiteX1" fmla="*/ 67607 w 1539800"/>
                <a:gd name="connsiteY1" fmla="*/ 15862 h 769592"/>
                <a:gd name="connsiteX2" fmla="*/ 12539 w 1539800"/>
                <a:gd name="connsiteY2" fmla="*/ 267105 h 769592"/>
                <a:gd name="connsiteX3" fmla="*/ 50398 w 1539800"/>
                <a:gd name="connsiteY3" fmla="*/ 649133 h 769592"/>
                <a:gd name="connsiteX4" fmla="*/ 332626 w 1539800"/>
                <a:gd name="connsiteY4" fmla="*/ 769592 h 769592"/>
                <a:gd name="connsiteX5" fmla="*/ 752525 w 1539800"/>
                <a:gd name="connsiteY5" fmla="*/ 638808 h 769592"/>
                <a:gd name="connsiteX6" fmla="*/ 1478745 w 1539800"/>
                <a:gd name="connsiteY6" fmla="*/ 680108 h 769592"/>
                <a:gd name="connsiteX7" fmla="*/ 1478745 w 1539800"/>
                <a:gd name="connsiteY7" fmla="*/ 280872 h 769592"/>
                <a:gd name="connsiteX8" fmla="*/ 1299771 w 1539800"/>
                <a:gd name="connsiteY8" fmla="*/ 50279 h 769592"/>
                <a:gd name="connsiteX9" fmla="*/ 934941 w 1539800"/>
                <a:gd name="connsiteY9" fmla="*/ 2094 h 769592"/>
                <a:gd name="connsiteX10" fmla="*/ 563227 w 1539800"/>
                <a:gd name="connsiteY10" fmla="*/ 95020 h 769592"/>
                <a:gd name="connsiteX0" fmla="*/ 563227 w 1539800"/>
                <a:gd name="connsiteY0" fmla="*/ 95020 h 769592"/>
                <a:gd name="connsiteX1" fmla="*/ 67607 w 1539800"/>
                <a:gd name="connsiteY1" fmla="*/ 15862 h 769592"/>
                <a:gd name="connsiteX2" fmla="*/ 12539 w 1539800"/>
                <a:gd name="connsiteY2" fmla="*/ 267105 h 769592"/>
                <a:gd name="connsiteX3" fmla="*/ 50398 w 1539800"/>
                <a:gd name="connsiteY3" fmla="*/ 649133 h 769592"/>
                <a:gd name="connsiteX4" fmla="*/ 332626 w 1539800"/>
                <a:gd name="connsiteY4" fmla="*/ 769592 h 769592"/>
                <a:gd name="connsiteX5" fmla="*/ 752525 w 1539800"/>
                <a:gd name="connsiteY5" fmla="*/ 638808 h 769592"/>
                <a:gd name="connsiteX6" fmla="*/ 1478745 w 1539800"/>
                <a:gd name="connsiteY6" fmla="*/ 680108 h 769592"/>
                <a:gd name="connsiteX7" fmla="*/ 1478745 w 1539800"/>
                <a:gd name="connsiteY7" fmla="*/ 280872 h 769592"/>
                <a:gd name="connsiteX8" fmla="*/ 1299771 w 1539800"/>
                <a:gd name="connsiteY8" fmla="*/ 50279 h 769592"/>
                <a:gd name="connsiteX9" fmla="*/ 934941 w 1539800"/>
                <a:gd name="connsiteY9" fmla="*/ 2094 h 769592"/>
                <a:gd name="connsiteX10" fmla="*/ 563227 w 1539800"/>
                <a:gd name="connsiteY10" fmla="*/ 95020 h 769592"/>
                <a:gd name="connsiteX0" fmla="*/ 580156 w 1556729"/>
                <a:gd name="connsiteY0" fmla="*/ 95020 h 769592"/>
                <a:gd name="connsiteX1" fmla="*/ 349414 w 1556729"/>
                <a:gd name="connsiteY1" fmla="*/ 232475 h 769592"/>
                <a:gd name="connsiteX2" fmla="*/ 29468 w 1556729"/>
                <a:gd name="connsiteY2" fmla="*/ 267105 h 769592"/>
                <a:gd name="connsiteX3" fmla="*/ 67327 w 1556729"/>
                <a:gd name="connsiteY3" fmla="*/ 649133 h 769592"/>
                <a:gd name="connsiteX4" fmla="*/ 349555 w 1556729"/>
                <a:gd name="connsiteY4" fmla="*/ 769592 h 769592"/>
                <a:gd name="connsiteX5" fmla="*/ 769454 w 1556729"/>
                <a:gd name="connsiteY5" fmla="*/ 638808 h 769592"/>
                <a:gd name="connsiteX6" fmla="*/ 1495674 w 1556729"/>
                <a:gd name="connsiteY6" fmla="*/ 680108 h 769592"/>
                <a:gd name="connsiteX7" fmla="*/ 1495674 w 1556729"/>
                <a:gd name="connsiteY7" fmla="*/ 280872 h 769592"/>
                <a:gd name="connsiteX8" fmla="*/ 1316700 w 1556729"/>
                <a:gd name="connsiteY8" fmla="*/ 50279 h 769592"/>
                <a:gd name="connsiteX9" fmla="*/ 951870 w 1556729"/>
                <a:gd name="connsiteY9" fmla="*/ 2094 h 769592"/>
                <a:gd name="connsiteX10" fmla="*/ 580156 w 1556729"/>
                <a:gd name="connsiteY10" fmla="*/ 95020 h 769592"/>
                <a:gd name="connsiteX0" fmla="*/ 552462 w 1529035"/>
                <a:gd name="connsiteY0" fmla="*/ 95020 h 769592"/>
                <a:gd name="connsiteX1" fmla="*/ 321720 w 1529035"/>
                <a:gd name="connsiteY1" fmla="*/ 232475 h 769592"/>
                <a:gd name="connsiteX2" fmla="*/ 1774 w 1529035"/>
                <a:gd name="connsiteY2" fmla="*/ 267105 h 769592"/>
                <a:gd name="connsiteX3" fmla="*/ 205181 w 1529035"/>
                <a:gd name="connsiteY3" fmla="*/ 597734 h 769592"/>
                <a:gd name="connsiteX4" fmla="*/ 321861 w 1529035"/>
                <a:gd name="connsiteY4" fmla="*/ 769592 h 769592"/>
                <a:gd name="connsiteX5" fmla="*/ 741760 w 1529035"/>
                <a:gd name="connsiteY5" fmla="*/ 638808 h 769592"/>
                <a:gd name="connsiteX6" fmla="*/ 1467980 w 1529035"/>
                <a:gd name="connsiteY6" fmla="*/ 680108 h 769592"/>
                <a:gd name="connsiteX7" fmla="*/ 1467980 w 1529035"/>
                <a:gd name="connsiteY7" fmla="*/ 280872 h 769592"/>
                <a:gd name="connsiteX8" fmla="*/ 1289006 w 1529035"/>
                <a:gd name="connsiteY8" fmla="*/ 50279 h 769592"/>
                <a:gd name="connsiteX9" fmla="*/ 924176 w 1529035"/>
                <a:gd name="connsiteY9" fmla="*/ 2094 h 769592"/>
                <a:gd name="connsiteX10" fmla="*/ 552462 w 1529035"/>
                <a:gd name="connsiteY10" fmla="*/ 95020 h 769592"/>
                <a:gd name="connsiteX0" fmla="*/ 552568 w 1529141"/>
                <a:gd name="connsiteY0" fmla="*/ 95020 h 697308"/>
                <a:gd name="connsiteX1" fmla="*/ 321826 w 1529141"/>
                <a:gd name="connsiteY1" fmla="*/ 232475 h 697308"/>
                <a:gd name="connsiteX2" fmla="*/ 1880 w 1529141"/>
                <a:gd name="connsiteY2" fmla="*/ 267105 h 697308"/>
                <a:gd name="connsiteX3" fmla="*/ 205287 w 1529141"/>
                <a:gd name="connsiteY3" fmla="*/ 597734 h 697308"/>
                <a:gd name="connsiteX4" fmla="*/ 526144 w 1529141"/>
                <a:gd name="connsiteY4" fmla="*/ 563993 h 697308"/>
                <a:gd name="connsiteX5" fmla="*/ 741866 w 1529141"/>
                <a:gd name="connsiteY5" fmla="*/ 638808 h 697308"/>
                <a:gd name="connsiteX6" fmla="*/ 1468086 w 1529141"/>
                <a:gd name="connsiteY6" fmla="*/ 680108 h 697308"/>
                <a:gd name="connsiteX7" fmla="*/ 1468086 w 1529141"/>
                <a:gd name="connsiteY7" fmla="*/ 280872 h 697308"/>
                <a:gd name="connsiteX8" fmla="*/ 1289112 w 1529141"/>
                <a:gd name="connsiteY8" fmla="*/ 50279 h 697308"/>
                <a:gd name="connsiteX9" fmla="*/ 924282 w 1529141"/>
                <a:gd name="connsiteY9" fmla="*/ 2094 h 697308"/>
                <a:gd name="connsiteX10" fmla="*/ 552568 w 1529141"/>
                <a:gd name="connsiteY10" fmla="*/ 95020 h 697308"/>
                <a:gd name="connsiteX0" fmla="*/ 503604 w 1480177"/>
                <a:gd name="connsiteY0" fmla="*/ 95020 h 697308"/>
                <a:gd name="connsiteX1" fmla="*/ 272862 w 1480177"/>
                <a:gd name="connsiteY1" fmla="*/ 232475 h 697308"/>
                <a:gd name="connsiteX2" fmla="*/ 2581 w 1480177"/>
                <a:gd name="connsiteY2" fmla="*/ 384590 h 697308"/>
                <a:gd name="connsiteX3" fmla="*/ 156323 w 1480177"/>
                <a:gd name="connsiteY3" fmla="*/ 597734 h 697308"/>
                <a:gd name="connsiteX4" fmla="*/ 477180 w 1480177"/>
                <a:gd name="connsiteY4" fmla="*/ 563993 h 697308"/>
                <a:gd name="connsiteX5" fmla="*/ 692902 w 1480177"/>
                <a:gd name="connsiteY5" fmla="*/ 638808 h 697308"/>
                <a:gd name="connsiteX6" fmla="*/ 1419122 w 1480177"/>
                <a:gd name="connsiteY6" fmla="*/ 680108 h 697308"/>
                <a:gd name="connsiteX7" fmla="*/ 1419122 w 1480177"/>
                <a:gd name="connsiteY7" fmla="*/ 280872 h 697308"/>
                <a:gd name="connsiteX8" fmla="*/ 1240148 w 1480177"/>
                <a:gd name="connsiteY8" fmla="*/ 50279 h 697308"/>
                <a:gd name="connsiteX9" fmla="*/ 875318 w 1480177"/>
                <a:gd name="connsiteY9" fmla="*/ 2094 h 697308"/>
                <a:gd name="connsiteX10" fmla="*/ 503604 w 1480177"/>
                <a:gd name="connsiteY10" fmla="*/ 95020 h 697308"/>
                <a:gd name="connsiteX0" fmla="*/ 503604 w 1480177"/>
                <a:gd name="connsiteY0" fmla="*/ 95020 h 697308"/>
                <a:gd name="connsiteX1" fmla="*/ 272862 w 1480177"/>
                <a:gd name="connsiteY1" fmla="*/ 232475 h 697308"/>
                <a:gd name="connsiteX2" fmla="*/ 2581 w 1480177"/>
                <a:gd name="connsiteY2" fmla="*/ 384590 h 697308"/>
                <a:gd name="connsiteX3" fmla="*/ 156323 w 1480177"/>
                <a:gd name="connsiteY3" fmla="*/ 597734 h 697308"/>
                <a:gd name="connsiteX4" fmla="*/ 477180 w 1480177"/>
                <a:gd name="connsiteY4" fmla="*/ 563993 h 697308"/>
                <a:gd name="connsiteX5" fmla="*/ 692902 w 1480177"/>
                <a:gd name="connsiteY5" fmla="*/ 638808 h 697308"/>
                <a:gd name="connsiteX6" fmla="*/ 1419122 w 1480177"/>
                <a:gd name="connsiteY6" fmla="*/ 680108 h 697308"/>
                <a:gd name="connsiteX7" fmla="*/ 1419122 w 1480177"/>
                <a:gd name="connsiteY7" fmla="*/ 280872 h 697308"/>
                <a:gd name="connsiteX8" fmla="*/ 1240148 w 1480177"/>
                <a:gd name="connsiteY8" fmla="*/ 50279 h 697308"/>
                <a:gd name="connsiteX9" fmla="*/ 875318 w 1480177"/>
                <a:gd name="connsiteY9" fmla="*/ 2094 h 697308"/>
                <a:gd name="connsiteX10" fmla="*/ 503604 w 1480177"/>
                <a:gd name="connsiteY10" fmla="*/ 95020 h 697308"/>
                <a:gd name="connsiteX0" fmla="*/ 504713 w 1481286"/>
                <a:gd name="connsiteY0" fmla="*/ 95020 h 700752"/>
                <a:gd name="connsiteX1" fmla="*/ 273971 w 1481286"/>
                <a:gd name="connsiteY1" fmla="*/ 232475 h 700752"/>
                <a:gd name="connsiteX2" fmla="*/ 3690 w 1481286"/>
                <a:gd name="connsiteY2" fmla="*/ 384590 h 700752"/>
                <a:gd name="connsiteX3" fmla="*/ 157432 w 1481286"/>
                <a:gd name="connsiteY3" fmla="*/ 597734 h 700752"/>
                <a:gd name="connsiteX4" fmla="*/ 694011 w 1481286"/>
                <a:gd name="connsiteY4" fmla="*/ 638808 h 700752"/>
                <a:gd name="connsiteX5" fmla="*/ 1420231 w 1481286"/>
                <a:gd name="connsiteY5" fmla="*/ 680108 h 700752"/>
                <a:gd name="connsiteX6" fmla="*/ 1420231 w 1481286"/>
                <a:gd name="connsiteY6" fmla="*/ 280872 h 700752"/>
                <a:gd name="connsiteX7" fmla="*/ 1241257 w 1481286"/>
                <a:gd name="connsiteY7" fmla="*/ 50279 h 700752"/>
                <a:gd name="connsiteX8" fmla="*/ 876427 w 1481286"/>
                <a:gd name="connsiteY8" fmla="*/ 2094 h 700752"/>
                <a:gd name="connsiteX9" fmla="*/ 504713 w 1481286"/>
                <a:gd name="connsiteY9" fmla="*/ 95020 h 700752"/>
                <a:gd name="connsiteX0" fmla="*/ 501024 w 1477597"/>
                <a:gd name="connsiteY0" fmla="*/ 95020 h 700752"/>
                <a:gd name="connsiteX1" fmla="*/ 270282 w 1477597"/>
                <a:gd name="connsiteY1" fmla="*/ 232475 h 700752"/>
                <a:gd name="connsiteX2" fmla="*/ 1 w 1477597"/>
                <a:gd name="connsiteY2" fmla="*/ 384590 h 700752"/>
                <a:gd name="connsiteX3" fmla="*/ 269626 w 1477597"/>
                <a:gd name="connsiteY3" fmla="*/ 583049 h 700752"/>
                <a:gd name="connsiteX4" fmla="*/ 690322 w 1477597"/>
                <a:gd name="connsiteY4" fmla="*/ 638808 h 700752"/>
                <a:gd name="connsiteX5" fmla="*/ 1416542 w 1477597"/>
                <a:gd name="connsiteY5" fmla="*/ 680108 h 700752"/>
                <a:gd name="connsiteX6" fmla="*/ 1416542 w 1477597"/>
                <a:gd name="connsiteY6" fmla="*/ 280872 h 700752"/>
                <a:gd name="connsiteX7" fmla="*/ 1237568 w 1477597"/>
                <a:gd name="connsiteY7" fmla="*/ 50279 h 700752"/>
                <a:gd name="connsiteX8" fmla="*/ 872738 w 1477597"/>
                <a:gd name="connsiteY8" fmla="*/ 2094 h 700752"/>
                <a:gd name="connsiteX9" fmla="*/ 501024 w 1477597"/>
                <a:gd name="connsiteY9" fmla="*/ 95020 h 700752"/>
                <a:gd name="connsiteX0" fmla="*/ 501024 w 1477597"/>
                <a:gd name="connsiteY0" fmla="*/ 95020 h 700752"/>
                <a:gd name="connsiteX1" fmla="*/ 270282 w 1477597"/>
                <a:gd name="connsiteY1" fmla="*/ 232475 h 700752"/>
                <a:gd name="connsiteX2" fmla="*/ 1 w 1477597"/>
                <a:gd name="connsiteY2" fmla="*/ 384590 h 700752"/>
                <a:gd name="connsiteX3" fmla="*/ 269626 w 1477597"/>
                <a:gd name="connsiteY3" fmla="*/ 583049 h 700752"/>
                <a:gd name="connsiteX4" fmla="*/ 690322 w 1477597"/>
                <a:gd name="connsiteY4" fmla="*/ 638808 h 700752"/>
                <a:gd name="connsiteX5" fmla="*/ 1416542 w 1477597"/>
                <a:gd name="connsiteY5" fmla="*/ 680108 h 700752"/>
                <a:gd name="connsiteX6" fmla="*/ 1416542 w 1477597"/>
                <a:gd name="connsiteY6" fmla="*/ 280872 h 700752"/>
                <a:gd name="connsiteX7" fmla="*/ 1237568 w 1477597"/>
                <a:gd name="connsiteY7" fmla="*/ 50279 h 700752"/>
                <a:gd name="connsiteX8" fmla="*/ 872738 w 1477597"/>
                <a:gd name="connsiteY8" fmla="*/ 2094 h 700752"/>
                <a:gd name="connsiteX9" fmla="*/ 501024 w 1477597"/>
                <a:gd name="connsiteY9" fmla="*/ 95020 h 700752"/>
                <a:gd name="connsiteX0" fmla="*/ 423768 w 1400341"/>
                <a:gd name="connsiteY0" fmla="*/ 95020 h 700752"/>
                <a:gd name="connsiteX1" fmla="*/ 193026 w 1400341"/>
                <a:gd name="connsiteY1" fmla="*/ 232475 h 700752"/>
                <a:gd name="connsiteX2" fmla="*/ 1 w 1400341"/>
                <a:gd name="connsiteY2" fmla="*/ 432318 h 700752"/>
                <a:gd name="connsiteX3" fmla="*/ 192370 w 1400341"/>
                <a:gd name="connsiteY3" fmla="*/ 583049 h 700752"/>
                <a:gd name="connsiteX4" fmla="*/ 613066 w 1400341"/>
                <a:gd name="connsiteY4" fmla="*/ 638808 h 700752"/>
                <a:gd name="connsiteX5" fmla="*/ 1339286 w 1400341"/>
                <a:gd name="connsiteY5" fmla="*/ 680108 h 700752"/>
                <a:gd name="connsiteX6" fmla="*/ 1339286 w 1400341"/>
                <a:gd name="connsiteY6" fmla="*/ 280872 h 700752"/>
                <a:gd name="connsiteX7" fmla="*/ 1160312 w 1400341"/>
                <a:gd name="connsiteY7" fmla="*/ 50279 h 700752"/>
                <a:gd name="connsiteX8" fmla="*/ 795482 w 1400341"/>
                <a:gd name="connsiteY8" fmla="*/ 2094 h 700752"/>
                <a:gd name="connsiteX9" fmla="*/ 423768 w 1400341"/>
                <a:gd name="connsiteY9" fmla="*/ 95020 h 700752"/>
                <a:gd name="connsiteX0" fmla="*/ 423768 w 1411583"/>
                <a:gd name="connsiteY0" fmla="*/ 95020 h 719845"/>
                <a:gd name="connsiteX1" fmla="*/ 193026 w 1411583"/>
                <a:gd name="connsiteY1" fmla="*/ 232475 h 719845"/>
                <a:gd name="connsiteX2" fmla="*/ 1 w 1411583"/>
                <a:gd name="connsiteY2" fmla="*/ 432318 h 719845"/>
                <a:gd name="connsiteX3" fmla="*/ 192370 w 1411583"/>
                <a:gd name="connsiteY3" fmla="*/ 583049 h 719845"/>
                <a:gd name="connsiteX4" fmla="*/ 459775 w 1411583"/>
                <a:gd name="connsiteY4" fmla="*/ 696223 h 719845"/>
                <a:gd name="connsiteX5" fmla="*/ 1339286 w 1411583"/>
                <a:gd name="connsiteY5" fmla="*/ 680108 h 719845"/>
                <a:gd name="connsiteX6" fmla="*/ 1339286 w 1411583"/>
                <a:gd name="connsiteY6" fmla="*/ 280872 h 719845"/>
                <a:gd name="connsiteX7" fmla="*/ 1160312 w 1411583"/>
                <a:gd name="connsiteY7" fmla="*/ 50279 h 719845"/>
                <a:gd name="connsiteX8" fmla="*/ 795482 w 1411583"/>
                <a:gd name="connsiteY8" fmla="*/ 2094 h 719845"/>
                <a:gd name="connsiteX9" fmla="*/ 423768 w 1411583"/>
                <a:gd name="connsiteY9" fmla="*/ 95020 h 719845"/>
                <a:gd name="connsiteX0" fmla="*/ 423768 w 1411583"/>
                <a:gd name="connsiteY0" fmla="*/ 95020 h 698293"/>
                <a:gd name="connsiteX1" fmla="*/ 193026 w 1411583"/>
                <a:gd name="connsiteY1" fmla="*/ 232475 h 698293"/>
                <a:gd name="connsiteX2" fmla="*/ 1 w 1411583"/>
                <a:gd name="connsiteY2" fmla="*/ 432318 h 698293"/>
                <a:gd name="connsiteX3" fmla="*/ 192370 w 1411583"/>
                <a:gd name="connsiteY3" fmla="*/ 583049 h 698293"/>
                <a:gd name="connsiteX4" fmla="*/ 459775 w 1411583"/>
                <a:gd name="connsiteY4" fmla="*/ 696223 h 698293"/>
                <a:gd name="connsiteX5" fmla="*/ 1339286 w 1411583"/>
                <a:gd name="connsiteY5" fmla="*/ 680108 h 698293"/>
                <a:gd name="connsiteX6" fmla="*/ 1339286 w 1411583"/>
                <a:gd name="connsiteY6" fmla="*/ 280872 h 698293"/>
                <a:gd name="connsiteX7" fmla="*/ 1160312 w 1411583"/>
                <a:gd name="connsiteY7" fmla="*/ 50279 h 698293"/>
                <a:gd name="connsiteX8" fmla="*/ 795482 w 1411583"/>
                <a:gd name="connsiteY8" fmla="*/ 2094 h 698293"/>
                <a:gd name="connsiteX9" fmla="*/ 423768 w 1411583"/>
                <a:gd name="connsiteY9" fmla="*/ 95020 h 698293"/>
                <a:gd name="connsiteX0" fmla="*/ 423768 w 1411583"/>
                <a:gd name="connsiteY0" fmla="*/ 95020 h 698293"/>
                <a:gd name="connsiteX1" fmla="*/ 193026 w 1411583"/>
                <a:gd name="connsiteY1" fmla="*/ 232475 h 698293"/>
                <a:gd name="connsiteX2" fmla="*/ 1 w 1411583"/>
                <a:gd name="connsiteY2" fmla="*/ 432318 h 698293"/>
                <a:gd name="connsiteX3" fmla="*/ 192370 w 1411583"/>
                <a:gd name="connsiteY3" fmla="*/ 583049 h 698293"/>
                <a:gd name="connsiteX4" fmla="*/ 256766 w 1411583"/>
                <a:gd name="connsiteY4" fmla="*/ 558307 h 698293"/>
                <a:gd name="connsiteX5" fmla="*/ 459775 w 1411583"/>
                <a:gd name="connsiteY5" fmla="*/ 696223 h 698293"/>
                <a:gd name="connsiteX6" fmla="*/ 1339286 w 1411583"/>
                <a:gd name="connsiteY6" fmla="*/ 680108 h 698293"/>
                <a:gd name="connsiteX7" fmla="*/ 1339286 w 1411583"/>
                <a:gd name="connsiteY7" fmla="*/ 280872 h 698293"/>
                <a:gd name="connsiteX8" fmla="*/ 1160312 w 1411583"/>
                <a:gd name="connsiteY8" fmla="*/ 50279 h 698293"/>
                <a:gd name="connsiteX9" fmla="*/ 795482 w 1411583"/>
                <a:gd name="connsiteY9" fmla="*/ 2094 h 698293"/>
                <a:gd name="connsiteX10" fmla="*/ 423768 w 1411583"/>
                <a:gd name="connsiteY10" fmla="*/ 95020 h 698293"/>
                <a:gd name="connsiteX0" fmla="*/ 424367 w 1412182"/>
                <a:gd name="connsiteY0" fmla="*/ 95020 h 698293"/>
                <a:gd name="connsiteX1" fmla="*/ 193625 w 1412182"/>
                <a:gd name="connsiteY1" fmla="*/ 232475 h 698293"/>
                <a:gd name="connsiteX2" fmla="*/ 600 w 1412182"/>
                <a:gd name="connsiteY2" fmla="*/ 432318 h 698293"/>
                <a:gd name="connsiteX3" fmla="*/ 257365 w 1412182"/>
                <a:gd name="connsiteY3" fmla="*/ 558307 h 698293"/>
                <a:gd name="connsiteX4" fmla="*/ 460374 w 1412182"/>
                <a:gd name="connsiteY4" fmla="*/ 696223 h 698293"/>
                <a:gd name="connsiteX5" fmla="*/ 1339885 w 1412182"/>
                <a:gd name="connsiteY5" fmla="*/ 680108 h 698293"/>
                <a:gd name="connsiteX6" fmla="*/ 1339885 w 1412182"/>
                <a:gd name="connsiteY6" fmla="*/ 280872 h 698293"/>
                <a:gd name="connsiteX7" fmla="*/ 1160911 w 1412182"/>
                <a:gd name="connsiteY7" fmla="*/ 50279 h 698293"/>
                <a:gd name="connsiteX8" fmla="*/ 796081 w 1412182"/>
                <a:gd name="connsiteY8" fmla="*/ 2094 h 698293"/>
                <a:gd name="connsiteX9" fmla="*/ 424367 w 1412182"/>
                <a:gd name="connsiteY9" fmla="*/ 95020 h 698293"/>
                <a:gd name="connsiteX0" fmla="*/ 423978 w 1411793"/>
                <a:gd name="connsiteY0" fmla="*/ 95020 h 698293"/>
                <a:gd name="connsiteX1" fmla="*/ 193236 w 1411793"/>
                <a:gd name="connsiteY1" fmla="*/ 232475 h 698293"/>
                <a:gd name="connsiteX2" fmla="*/ 211 w 1411793"/>
                <a:gd name="connsiteY2" fmla="*/ 432318 h 698293"/>
                <a:gd name="connsiteX3" fmla="*/ 229925 w 1411793"/>
                <a:gd name="connsiteY3" fmla="*/ 587014 h 698293"/>
                <a:gd name="connsiteX4" fmla="*/ 459985 w 1411793"/>
                <a:gd name="connsiteY4" fmla="*/ 696223 h 698293"/>
                <a:gd name="connsiteX5" fmla="*/ 1339496 w 1411793"/>
                <a:gd name="connsiteY5" fmla="*/ 680108 h 698293"/>
                <a:gd name="connsiteX6" fmla="*/ 1339496 w 1411793"/>
                <a:gd name="connsiteY6" fmla="*/ 280872 h 698293"/>
                <a:gd name="connsiteX7" fmla="*/ 1160522 w 1411793"/>
                <a:gd name="connsiteY7" fmla="*/ 50279 h 698293"/>
                <a:gd name="connsiteX8" fmla="*/ 795692 w 1411793"/>
                <a:gd name="connsiteY8" fmla="*/ 2094 h 698293"/>
                <a:gd name="connsiteX9" fmla="*/ 423978 w 1411793"/>
                <a:gd name="connsiteY9" fmla="*/ 95020 h 698293"/>
                <a:gd name="connsiteX0" fmla="*/ 423978 w 1411793"/>
                <a:gd name="connsiteY0" fmla="*/ 95020 h 698293"/>
                <a:gd name="connsiteX1" fmla="*/ 193236 w 1411793"/>
                <a:gd name="connsiteY1" fmla="*/ 232475 h 698293"/>
                <a:gd name="connsiteX2" fmla="*/ 211 w 1411793"/>
                <a:gd name="connsiteY2" fmla="*/ 432318 h 698293"/>
                <a:gd name="connsiteX3" fmla="*/ 229925 w 1411793"/>
                <a:gd name="connsiteY3" fmla="*/ 587014 h 698293"/>
                <a:gd name="connsiteX4" fmla="*/ 459985 w 1411793"/>
                <a:gd name="connsiteY4" fmla="*/ 696223 h 698293"/>
                <a:gd name="connsiteX5" fmla="*/ 1339496 w 1411793"/>
                <a:gd name="connsiteY5" fmla="*/ 680108 h 698293"/>
                <a:gd name="connsiteX6" fmla="*/ 1339496 w 1411793"/>
                <a:gd name="connsiteY6" fmla="*/ 280872 h 698293"/>
                <a:gd name="connsiteX7" fmla="*/ 1160522 w 1411793"/>
                <a:gd name="connsiteY7" fmla="*/ 50279 h 698293"/>
                <a:gd name="connsiteX8" fmla="*/ 795692 w 1411793"/>
                <a:gd name="connsiteY8" fmla="*/ 2094 h 698293"/>
                <a:gd name="connsiteX9" fmla="*/ 423978 w 1411793"/>
                <a:gd name="connsiteY9" fmla="*/ 95020 h 698293"/>
                <a:gd name="connsiteX0" fmla="*/ 423978 w 1463644"/>
                <a:gd name="connsiteY0" fmla="*/ 95020 h 698036"/>
                <a:gd name="connsiteX1" fmla="*/ 193236 w 1463644"/>
                <a:gd name="connsiteY1" fmla="*/ 232475 h 698036"/>
                <a:gd name="connsiteX2" fmla="*/ 211 w 1463644"/>
                <a:gd name="connsiteY2" fmla="*/ 432318 h 698036"/>
                <a:gd name="connsiteX3" fmla="*/ 229925 w 1463644"/>
                <a:gd name="connsiteY3" fmla="*/ 587014 h 698036"/>
                <a:gd name="connsiteX4" fmla="*/ 459985 w 1463644"/>
                <a:gd name="connsiteY4" fmla="*/ 696223 h 698036"/>
                <a:gd name="connsiteX5" fmla="*/ 1339496 w 1463644"/>
                <a:gd name="connsiteY5" fmla="*/ 680108 h 698036"/>
                <a:gd name="connsiteX6" fmla="*/ 1438685 w 1463644"/>
                <a:gd name="connsiteY6" fmla="*/ 284974 h 698036"/>
                <a:gd name="connsiteX7" fmla="*/ 1160522 w 1463644"/>
                <a:gd name="connsiteY7" fmla="*/ 50279 h 698036"/>
                <a:gd name="connsiteX8" fmla="*/ 795692 w 1463644"/>
                <a:gd name="connsiteY8" fmla="*/ 2094 h 698036"/>
                <a:gd name="connsiteX9" fmla="*/ 423978 w 1463644"/>
                <a:gd name="connsiteY9" fmla="*/ 95020 h 698036"/>
                <a:gd name="connsiteX0" fmla="*/ 424054 w 1463720"/>
                <a:gd name="connsiteY0" fmla="*/ 95020 h 698036"/>
                <a:gd name="connsiteX1" fmla="*/ 193312 w 1463720"/>
                <a:gd name="connsiteY1" fmla="*/ 232475 h 698036"/>
                <a:gd name="connsiteX2" fmla="*/ 287 w 1463720"/>
                <a:gd name="connsiteY2" fmla="*/ 432318 h 698036"/>
                <a:gd name="connsiteX3" fmla="*/ 230001 w 1463720"/>
                <a:gd name="connsiteY3" fmla="*/ 587014 h 698036"/>
                <a:gd name="connsiteX4" fmla="*/ 460061 w 1463720"/>
                <a:gd name="connsiteY4" fmla="*/ 696223 h 698036"/>
                <a:gd name="connsiteX5" fmla="*/ 1339572 w 1463720"/>
                <a:gd name="connsiteY5" fmla="*/ 680108 h 698036"/>
                <a:gd name="connsiteX6" fmla="*/ 1438761 w 1463720"/>
                <a:gd name="connsiteY6" fmla="*/ 284974 h 698036"/>
                <a:gd name="connsiteX7" fmla="*/ 1160598 w 1463720"/>
                <a:gd name="connsiteY7" fmla="*/ 50279 h 698036"/>
                <a:gd name="connsiteX8" fmla="*/ 795768 w 1463720"/>
                <a:gd name="connsiteY8" fmla="*/ 2094 h 698036"/>
                <a:gd name="connsiteX9" fmla="*/ 424054 w 1463720"/>
                <a:gd name="connsiteY9" fmla="*/ 95020 h 698036"/>
                <a:gd name="connsiteX0" fmla="*/ 424054 w 1463720"/>
                <a:gd name="connsiteY0" fmla="*/ 95020 h 698036"/>
                <a:gd name="connsiteX1" fmla="*/ 193312 w 1463720"/>
                <a:gd name="connsiteY1" fmla="*/ 232475 h 698036"/>
                <a:gd name="connsiteX2" fmla="*/ 287 w 1463720"/>
                <a:gd name="connsiteY2" fmla="*/ 432318 h 698036"/>
                <a:gd name="connsiteX3" fmla="*/ 230001 w 1463720"/>
                <a:gd name="connsiteY3" fmla="*/ 587014 h 698036"/>
                <a:gd name="connsiteX4" fmla="*/ 460061 w 1463720"/>
                <a:gd name="connsiteY4" fmla="*/ 696223 h 698036"/>
                <a:gd name="connsiteX5" fmla="*/ 1339572 w 1463720"/>
                <a:gd name="connsiteY5" fmla="*/ 680108 h 698036"/>
                <a:gd name="connsiteX6" fmla="*/ 1438761 w 1463720"/>
                <a:gd name="connsiteY6" fmla="*/ 284974 h 698036"/>
                <a:gd name="connsiteX7" fmla="*/ 1160598 w 1463720"/>
                <a:gd name="connsiteY7" fmla="*/ 50279 h 698036"/>
                <a:gd name="connsiteX8" fmla="*/ 795768 w 1463720"/>
                <a:gd name="connsiteY8" fmla="*/ 2094 h 698036"/>
                <a:gd name="connsiteX9" fmla="*/ 424054 w 1463720"/>
                <a:gd name="connsiteY9" fmla="*/ 95020 h 698036"/>
                <a:gd name="connsiteX0" fmla="*/ 424054 w 1463720"/>
                <a:gd name="connsiteY0" fmla="*/ 95020 h 698036"/>
                <a:gd name="connsiteX1" fmla="*/ 193312 w 1463720"/>
                <a:gd name="connsiteY1" fmla="*/ 232475 h 698036"/>
                <a:gd name="connsiteX2" fmla="*/ 287 w 1463720"/>
                <a:gd name="connsiteY2" fmla="*/ 432318 h 698036"/>
                <a:gd name="connsiteX3" fmla="*/ 230001 w 1463720"/>
                <a:gd name="connsiteY3" fmla="*/ 587014 h 698036"/>
                <a:gd name="connsiteX4" fmla="*/ 460061 w 1463720"/>
                <a:gd name="connsiteY4" fmla="*/ 696223 h 698036"/>
                <a:gd name="connsiteX5" fmla="*/ 1339572 w 1463720"/>
                <a:gd name="connsiteY5" fmla="*/ 680108 h 698036"/>
                <a:gd name="connsiteX6" fmla="*/ 1438761 w 1463720"/>
                <a:gd name="connsiteY6" fmla="*/ 284974 h 698036"/>
                <a:gd name="connsiteX7" fmla="*/ 1160598 w 1463720"/>
                <a:gd name="connsiteY7" fmla="*/ 50279 h 698036"/>
                <a:gd name="connsiteX8" fmla="*/ 795768 w 1463720"/>
                <a:gd name="connsiteY8" fmla="*/ 2094 h 698036"/>
                <a:gd name="connsiteX9" fmla="*/ 424054 w 1463720"/>
                <a:gd name="connsiteY9" fmla="*/ 95020 h 698036"/>
                <a:gd name="connsiteX0" fmla="*/ 424054 w 1463720"/>
                <a:gd name="connsiteY0" fmla="*/ 97207 h 700223"/>
                <a:gd name="connsiteX1" fmla="*/ 193312 w 1463720"/>
                <a:gd name="connsiteY1" fmla="*/ 234662 h 700223"/>
                <a:gd name="connsiteX2" fmla="*/ 287 w 1463720"/>
                <a:gd name="connsiteY2" fmla="*/ 434505 h 700223"/>
                <a:gd name="connsiteX3" fmla="*/ 230001 w 1463720"/>
                <a:gd name="connsiteY3" fmla="*/ 589201 h 700223"/>
                <a:gd name="connsiteX4" fmla="*/ 460061 w 1463720"/>
                <a:gd name="connsiteY4" fmla="*/ 698410 h 700223"/>
                <a:gd name="connsiteX5" fmla="*/ 1339572 w 1463720"/>
                <a:gd name="connsiteY5" fmla="*/ 682295 h 700223"/>
                <a:gd name="connsiteX6" fmla="*/ 1438761 w 1463720"/>
                <a:gd name="connsiteY6" fmla="*/ 287161 h 700223"/>
                <a:gd name="connsiteX7" fmla="*/ 1160598 w 1463720"/>
                <a:gd name="connsiteY7" fmla="*/ 52466 h 700223"/>
                <a:gd name="connsiteX8" fmla="*/ 865707 w 1463720"/>
                <a:gd name="connsiteY8" fmla="*/ 31458 h 700223"/>
                <a:gd name="connsiteX9" fmla="*/ 795768 w 1463720"/>
                <a:gd name="connsiteY9" fmla="*/ 4281 h 700223"/>
                <a:gd name="connsiteX10" fmla="*/ 424054 w 1463720"/>
                <a:gd name="connsiteY10" fmla="*/ 97207 h 700223"/>
                <a:gd name="connsiteX0" fmla="*/ 424054 w 1463720"/>
                <a:gd name="connsiteY0" fmla="*/ 70669 h 673685"/>
                <a:gd name="connsiteX1" fmla="*/ 193312 w 1463720"/>
                <a:gd name="connsiteY1" fmla="*/ 208124 h 673685"/>
                <a:gd name="connsiteX2" fmla="*/ 287 w 1463720"/>
                <a:gd name="connsiteY2" fmla="*/ 407967 h 673685"/>
                <a:gd name="connsiteX3" fmla="*/ 230001 w 1463720"/>
                <a:gd name="connsiteY3" fmla="*/ 562663 h 673685"/>
                <a:gd name="connsiteX4" fmla="*/ 460061 w 1463720"/>
                <a:gd name="connsiteY4" fmla="*/ 671872 h 673685"/>
                <a:gd name="connsiteX5" fmla="*/ 1339572 w 1463720"/>
                <a:gd name="connsiteY5" fmla="*/ 655757 h 673685"/>
                <a:gd name="connsiteX6" fmla="*/ 1438761 w 1463720"/>
                <a:gd name="connsiteY6" fmla="*/ 260623 h 673685"/>
                <a:gd name="connsiteX7" fmla="*/ 1160598 w 1463720"/>
                <a:gd name="connsiteY7" fmla="*/ 25928 h 673685"/>
                <a:gd name="connsiteX8" fmla="*/ 865707 w 1463720"/>
                <a:gd name="connsiteY8" fmla="*/ 4920 h 673685"/>
                <a:gd name="connsiteX9" fmla="*/ 424054 w 1463720"/>
                <a:gd name="connsiteY9" fmla="*/ 70669 h 673685"/>
                <a:gd name="connsiteX0" fmla="*/ 423973 w 1463639"/>
                <a:gd name="connsiteY0" fmla="*/ 70669 h 673685"/>
                <a:gd name="connsiteX1" fmla="*/ 270277 w 1463639"/>
                <a:gd name="connsiteY1" fmla="*/ 216081 h 673685"/>
                <a:gd name="connsiteX2" fmla="*/ 206 w 1463639"/>
                <a:gd name="connsiteY2" fmla="*/ 407967 h 673685"/>
                <a:gd name="connsiteX3" fmla="*/ 229920 w 1463639"/>
                <a:gd name="connsiteY3" fmla="*/ 562663 h 673685"/>
                <a:gd name="connsiteX4" fmla="*/ 459980 w 1463639"/>
                <a:gd name="connsiteY4" fmla="*/ 671872 h 673685"/>
                <a:gd name="connsiteX5" fmla="*/ 1339491 w 1463639"/>
                <a:gd name="connsiteY5" fmla="*/ 655757 h 673685"/>
                <a:gd name="connsiteX6" fmla="*/ 1438680 w 1463639"/>
                <a:gd name="connsiteY6" fmla="*/ 260623 h 673685"/>
                <a:gd name="connsiteX7" fmla="*/ 1160517 w 1463639"/>
                <a:gd name="connsiteY7" fmla="*/ 25928 h 673685"/>
                <a:gd name="connsiteX8" fmla="*/ 865626 w 1463639"/>
                <a:gd name="connsiteY8" fmla="*/ 4920 h 673685"/>
                <a:gd name="connsiteX9" fmla="*/ 423973 w 1463639"/>
                <a:gd name="connsiteY9" fmla="*/ 70669 h 673685"/>
                <a:gd name="connsiteX0" fmla="*/ 461508 w 1463639"/>
                <a:gd name="connsiteY0" fmla="*/ 13990 h 680664"/>
                <a:gd name="connsiteX1" fmla="*/ 270277 w 1463639"/>
                <a:gd name="connsiteY1" fmla="*/ 223060 h 680664"/>
                <a:gd name="connsiteX2" fmla="*/ 206 w 1463639"/>
                <a:gd name="connsiteY2" fmla="*/ 414946 h 680664"/>
                <a:gd name="connsiteX3" fmla="*/ 229920 w 1463639"/>
                <a:gd name="connsiteY3" fmla="*/ 569642 h 680664"/>
                <a:gd name="connsiteX4" fmla="*/ 459980 w 1463639"/>
                <a:gd name="connsiteY4" fmla="*/ 678851 h 680664"/>
                <a:gd name="connsiteX5" fmla="*/ 1339491 w 1463639"/>
                <a:gd name="connsiteY5" fmla="*/ 662736 h 680664"/>
                <a:gd name="connsiteX6" fmla="*/ 1438680 w 1463639"/>
                <a:gd name="connsiteY6" fmla="*/ 267602 h 680664"/>
                <a:gd name="connsiteX7" fmla="*/ 1160517 w 1463639"/>
                <a:gd name="connsiteY7" fmla="*/ 32907 h 680664"/>
                <a:gd name="connsiteX8" fmla="*/ 865626 w 1463639"/>
                <a:gd name="connsiteY8" fmla="*/ 11899 h 680664"/>
                <a:gd name="connsiteX9" fmla="*/ 461508 w 1463639"/>
                <a:gd name="connsiteY9" fmla="*/ 13990 h 680664"/>
                <a:gd name="connsiteX0" fmla="*/ 461508 w 1463639"/>
                <a:gd name="connsiteY0" fmla="*/ 17140 h 683814"/>
                <a:gd name="connsiteX1" fmla="*/ 270277 w 1463639"/>
                <a:gd name="connsiteY1" fmla="*/ 226210 h 683814"/>
                <a:gd name="connsiteX2" fmla="*/ 206 w 1463639"/>
                <a:gd name="connsiteY2" fmla="*/ 418096 h 683814"/>
                <a:gd name="connsiteX3" fmla="*/ 229920 w 1463639"/>
                <a:gd name="connsiteY3" fmla="*/ 572792 h 683814"/>
                <a:gd name="connsiteX4" fmla="*/ 459980 w 1463639"/>
                <a:gd name="connsiteY4" fmla="*/ 682001 h 683814"/>
                <a:gd name="connsiteX5" fmla="*/ 1339491 w 1463639"/>
                <a:gd name="connsiteY5" fmla="*/ 665886 h 683814"/>
                <a:gd name="connsiteX6" fmla="*/ 1438680 w 1463639"/>
                <a:gd name="connsiteY6" fmla="*/ 270752 h 683814"/>
                <a:gd name="connsiteX7" fmla="*/ 1160517 w 1463639"/>
                <a:gd name="connsiteY7" fmla="*/ 36057 h 683814"/>
                <a:gd name="connsiteX8" fmla="*/ 875503 w 1463639"/>
                <a:gd name="connsiteY8" fmla="*/ 3909 h 683814"/>
                <a:gd name="connsiteX9" fmla="*/ 461508 w 1463639"/>
                <a:gd name="connsiteY9" fmla="*/ 17140 h 683814"/>
                <a:gd name="connsiteX0" fmla="*/ 461508 w 1463639"/>
                <a:gd name="connsiteY0" fmla="*/ 17140 h 683814"/>
                <a:gd name="connsiteX1" fmla="*/ 270277 w 1463639"/>
                <a:gd name="connsiteY1" fmla="*/ 226210 h 683814"/>
                <a:gd name="connsiteX2" fmla="*/ 206 w 1463639"/>
                <a:gd name="connsiteY2" fmla="*/ 418096 h 683814"/>
                <a:gd name="connsiteX3" fmla="*/ 229920 w 1463639"/>
                <a:gd name="connsiteY3" fmla="*/ 572792 h 683814"/>
                <a:gd name="connsiteX4" fmla="*/ 459980 w 1463639"/>
                <a:gd name="connsiteY4" fmla="*/ 682001 h 683814"/>
                <a:gd name="connsiteX5" fmla="*/ 1339491 w 1463639"/>
                <a:gd name="connsiteY5" fmla="*/ 665886 h 683814"/>
                <a:gd name="connsiteX6" fmla="*/ 1438680 w 1463639"/>
                <a:gd name="connsiteY6" fmla="*/ 270752 h 683814"/>
                <a:gd name="connsiteX7" fmla="*/ 1202003 w 1463639"/>
                <a:gd name="connsiteY7" fmla="*/ 34465 h 683814"/>
                <a:gd name="connsiteX8" fmla="*/ 875503 w 1463639"/>
                <a:gd name="connsiteY8" fmla="*/ 3909 h 683814"/>
                <a:gd name="connsiteX9" fmla="*/ 461508 w 1463639"/>
                <a:gd name="connsiteY9" fmla="*/ 17140 h 683814"/>
                <a:gd name="connsiteX0" fmla="*/ 461508 w 1463639"/>
                <a:gd name="connsiteY0" fmla="*/ 17140 h 683814"/>
                <a:gd name="connsiteX1" fmla="*/ 270277 w 1463639"/>
                <a:gd name="connsiteY1" fmla="*/ 226210 h 683814"/>
                <a:gd name="connsiteX2" fmla="*/ 206 w 1463639"/>
                <a:gd name="connsiteY2" fmla="*/ 418096 h 683814"/>
                <a:gd name="connsiteX3" fmla="*/ 229920 w 1463639"/>
                <a:gd name="connsiteY3" fmla="*/ 572792 h 683814"/>
                <a:gd name="connsiteX4" fmla="*/ 459980 w 1463639"/>
                <a:gd name="connsiteY4" fmla="*/ 682001 h 683814"/>
                <a:gd name="connsiteX5" fmla="*/ 1339491 w 1463639"/>
                <a:gd name="connsiteY5" fmla="*/ 665886 h 683814"/>
                <a:gd name="connsiteX6" fmla="*/ 1438680 w 1463639"/>
                <a:gd name="connsiteY6" fmla="*/ 270752 h 683814"/>
                <a:gd name="connsiteX7" fmla="*/ 1202003 w 1463639"/>
                <a:gd name="connsiteY7" fmla="*/ 34465 h 683814"/>
                <a:gd name="connsiteX8" fmla="*/ 875503 w 1463639"/>
                <a:gd name="connsiteY8" fmla="*/ 3909 h 683814"/>
                <a:gd name="connsiteX9" fmla="*/ 461508 w 1463639"/>
                <a:gd name="connsiteY9" fmla="*/ 17140 h 683814"/>
                <a:gd name="connsiteX0" fmla="*/ 461508 w 1461194"/>
                <a:gd name="connsiteY0" fmla="*/ 17140 h 684068"/>
                <a:gd name="connsiteX1" fmla="*/ 270277 w 1461194"/>
                <a:gd name="connsiteY1" fmla="*/ 226210 h 684068"/>
                <a:gd name="connsiteX2" fmla="*/ 206 w 1461194"/>
                <a:gd name="connsiteY2" fmla="*/ 418096 h 684068"/>
                <a:gd name="connsiteX3" fmla="*/ 229920 w 1461194"/>
                <a:gd name="connsiteY3" fmla="*/ 572792 h 684068"/>
                <a:gd name="connsiteX4" fmla="*/ 511344 w 1461194"/>
                <a:gd name="connsiteY4" fmla="*/ 683593 h 684068"/>
                <a:gd name="connsiteX5" fmla="*/ 1339491 w 1461194"/>
                <a:gd name="connsiteY5" fmla="*/ 665886 h 684068"/>
                <a:gd name="connsiteX6" fmla="*/ 1438680 w 1461194"/>
                <a:gd name="connsiteY6" fmla="*/ 270752 h 684068"/>
                <a:gd name="connsiteX7" fmla="*/ 1202003 w 1461194"/>
                <a:gd name="connsiteY7" fmla="*/ 34465 h 684068"/>
                <a:gd name="connsiteX8" fmla="*/ 875503 w 1461194"/>
                <a:gd name="connsiteY8" fmla="*/ 3909 h 684068"/>
                <a:gd name="connsiteX9" fmla="*/ 461508 w 1461194"/>
                <a:gd name="connsiteY9" fmla="*/ 17140 h 684068"/>
                <a:gd name="connsiteX0" fmla="*/ 461508 w 1461194"/>
                <a:gd name="connsiteY0" fmla="*/ 17140 h 700889"/>
                <a:gd name="connsiteX1" fmla="*/ 270277 w 1461194"/>
                <a:gd name="connsiteY1" fmla="*/ 226210 h 700889"/>
                <a:gd name="connsiteX2" fmla="*/ 206 w 1461194"/>
                <a:gd name="connsiteY2" fmla="*/ 418096 h 700889"/>
                <a:gd name="connsiteX3" fmla="*/ 229920 w 1461194"/>
                <a:gd name="connsiteY3" fmla="*/ 572792 h 700889"/>
                <a:gd name="connsiteX4" fmla="*/ 511344 w 1461194"/>
                <a:gd name="connsiteY4" fmla="*/ 683593 h 700889"/>
                <a:gd name="connsiteX5" fmla="*/ 1339491 w 1461194"/>
                <a:gd name="connsiteY5" fmla="*/ 665886 h 700889"/>
                <a:gd name="connsiteX6" fmla="*/ 1438680 w 1461194"/>
                <a:gd name="connsiteY6" fmla="*/ 270752 h 700889"/>
                <a:gd name="connsiteX7" fmla="*/ 1202003 w 1461194"/>
                <a:gd name="connsiteY7" fmla="*/ 34465 h 700889"/>
                <a:gd name="connsiteX8" fmla="*/ 875503 w 1461194"/>
                <a:gd name="connsiteY8" fmla="*/ 3909 h 700889"/>
                <a:gd name="connsiteX9" fmla="*/ 461508 w 1461194"/>
                <a:gd name="connsiteY9" fmla="*/ 17140 h 700889"/>
                <a:gd name="connsiteX0" fmla="*/ 462271 w 1461957"/>
                <a:gd name="connsiteY0" fmla="*/ 17140 h 700889"/>
                <a:gd name="connsiteX1" fmla="*/ 271040 w 1461957"/>
                <a:gd name="connsiteY1" fmla="*/ 226210 h 700889"/>
                <a:gd name="connsiteX2" fmla="*/ 969 w 1461957"/>
                <a:gd name="connsiteY2" fmla="*/ 418096 h 700889"/>
                <a:gd name="connsiteX3" fmla="*/ 191173 w 1461957"/>
                <a:gd name="connsiteY3" fmla="*/ 596664 h 700889"/>
                <a:gd name="connsiteX4" fmla="*/ 512107 w 1461957"/>
                <a:gd name="connsiteY4" fmla="*/ 683593 h 700889"/>
                <a:gd name="connsiteX5" fmla="*/ 1340254 w 1461957"/>
                <a:gd name="connsiteY5" fmla="*/ 665886 h 700889"/>
                <a:gd name="connsiteX6" fmla="*/ 1439443 w 1461957"/>
                <a:gd name="connsiteY6" fmla="*/ 270752 h 700889"/>
                <a:gd name="connsiteX7" fmla="*/ 1202766 w 1461957"/>
                <a:gd name="connsiteY7" fmla="*/ 34465 h 700889"/>
                <a:gd name="connsiteX8" fmla="*/ 876266 w 1461957"/>
                <a:gd name="connsiteY8" fmla="*/ 3909 h 700889"/>
                <a:gd name="connsiteX9" fmla="*/ 462271 w 1461957"/>
                <a:gd name="connsiteY9" fmla="*/ 17140 h 700889"/>
                <a:gd name="connsiteX0" fmla="*/ 461558 w 1461244"/>
                <a:gd name="connsiteY0" fmla="*/ 17140 h 700889"/>
                <a:gd name="connsiteX1" fmla="*/ 270327 w 1461244"/>
                <a:gd name="connsiteY1" fmla="*/ 226210 h 700889"/>
                <a:gd name="connsiteX2" fmla="*/ 256 w 1461244"/>
                <a:gd name="connsiteY2" fmla="*/ 418096 h 700889"/>
                <a:gd name="connsiteX3" fmla="*/ 190460 w 1461244"/>
                <a:gd name="connsiteY3" fmla="*/ 596664 h 700889"/>
                <a:gd name="connsiteX4" fmla="*/ 511394 w 1461244"/>
                <a:gd name="connsiteY4" fmla="*/ 683593 h 700889"/>
                <a:gd name="connsiteX5" fmla="*/ 1339541 w 1461244"/>
                <a:gd name="connsiteY5" fmla="*/ 665886 h 700889"/>
                <a:gd name="connsiteX6" fmla="*/ 1438730 w 1461244"/>
                <a:gd name="connsiteY6" fmla="*/ 270752 h 700889"/>
                <a:gd name="connsiteX7" fmla="*/ 1202053 w 1461244"/>
                <a:gd name="connsiteY7" fmla="*/ 34465 h 700889"/>
                <a:gd name="connsiteX8" fmla="*/ 875553 w 1461244"/>
                <a:gd name="connsiteY8" fmla="*/ 3909 h 700889"/>
                <a:gd name="connsiteX9" fmla="*/ 461558 w 1461244"/>
                <a:gd name="connsiteY9" fmla="*/ 17140 h 700889"/>
                <a:gd name="connsiteX0" fmla="*/ 463884 w 1463570"/>
                <a:gd name="connsiteY0" fmla="*/ 17140 h 700889"/>
                <a:gd name="connsiteX1" fmla="*/ 272653 w 1463570"/>
                <a:gd name="connsiteY1" fmla="*/ 226210 h 700889"/>
                <a:gd name="connsiteX2" fmla="*/ 2582 w 1463570"/>
                <a:gd name="connsiteY2" fmla="*/ 418096 h 700889"/>
                <a:gd name="connsiteX3" fmla="*/ 155251 w 1463570"/>
                <a:gd name="connsiteY3" fmla="*/ 630085 h 700889"/>
                <a:gd name="connsiteX4" fmla="*/ 513720 w 1463570"/>
                <a:gd name="connsiteY4" fmla="*/ 683593 h 700889"/>
                <a:gd name="connsiteX5" fmla="*/ 1341867 w 1463570"/>
                <a:gd name="connsiteY5" fmla="*/ 665886 h 700889"/>
                <a:gd name="connsiteX6" fmla="*/ 1441056 w 1463570"/>
                <a:gd name="connsiteY6" fmla="*/ 270752 h 700889"/>
                <a:gd name="connsiteX7" fmla="*/ 1204379 w 1463570"/>
                <a:gd name="connsiteY7" fmla="*/ 34465 h 700889"/>
                <a:gd name="connsiteX8" fmla="*/ 877879 w 1463570"/>
                <a:gd name="connsiteY8" fmla="*/ 3909 h 700889"/>
                <a:gd name="connsiteX9" fmla="*/ 463884 w 1463570"/>
                <a:gd name="connsiteY9" fmla="*/ 17140 h 700889"/>
                <a:gd name="connsiteX0" fmla="*/ 463884 w 1465533"/>
                <a:gd name="connsiteY0" fmla="*/ 17140 h 708314"/>
                <a:gd name="connsiteX1" fmla="*/ 272653 w 1465533"/>
                <a:gd name="connsiteY1" fmla="*/ 226210 h 708314"/>
                <a:gd name="connsiteX2" fmla="*/ 2582 w 1465533"/>
                <a:gd name="connsiteY2" fmla="*/ 418096 h 708314"/>
                <a:gd name="connsiteX3" fmla="*/ 155251 w 1465533"/>
                <a:gd name="connsiteY3" fmla="*/ 630085 h 708314"/>
                <a:gd name="connsiteX4" fmla="*/ 472234 w 1465533"/>
                <a:gd name="connsiteY4" fmla="*/ 699508 h 708314"/>
                <a:gd name="connsiteX5" fmla="*/ 1341867 w 1465533"/>
                <a:gd name="connsiteY5" fmla="*/ 665886 h 708314"/>
                <a:gd name="connsiteX6" fmla="*/ 1441056 w 1465533"/>
                <a:gd name="connsiteY6" fmla="*/ 270752 h 708314"/>
                <a:gd name="connsiteX7" fmla="*/ 1204379 w 1465533"/>
                <a:gd name="connsiteY7" fmla="*/ 34465 h 708314"/>
                <a:gd name="connsiteX8" fmla="*/ 877879 w 1465533"/>
                <a:gd name="connsiteY8" fmla="*/ 3909 h 708314"/>
                <a:gd name="connsiteX9" fmla="*/ 463884 w 1465533"/>
                <a:gd name="connsiteY9" fmla="*/ 17140 h 708314"/>
                <a:gd name="connsiteX0" fmla="*/ 463884 w 1467792"/>
                <a:gd name="connsiteY0" fmla="*/ 17140 h 717887"/>
                <a:gd name="connsiteX1" fmla="*/ 272653 w 1467792"/>
                <a:gd name="connsiteY1" fmla="*/ 226210 h 717887"/>
                <a:gd name="connsiteX2" fmla="*/ 2582 w 1467792"/>
                <a:gd name="connsiteY2" fmla="*/ 418096 h 717887"/>
                <a:gd name="connsiteX3" fmla="*/ 155251 w 1467792"/>
                <a:gd name="connsiteY3" fmla="*/ 630085 h 717887"/>
                <a:gd name="connsiteX4" fmla="*/ 426797 w 1467792"/>
                <a:gd name="connsiteY4" fmla="*/ 715423 h 717887"/>
                <a:gd name="connsiteX5" fmla="*/ 1341867 w 1467792"/>
                <a:gd name="connsiteY5" fmla="*/ 665886 h 717887"/>
                <a:gd name="connsiteX6" fmla="*/ 1441056 w 1467792"/>
                <a:gd name="connsiteY6" fmla="*/ 270752 h 717887"/>
                <a:gd name="connsiteX7" fmla="*/ 1204379 w 1467792"/>
                <a:gd name="connsiteY7" fmla="*/ 34465 h 717887"/>
                <a:gd name="connsiteX8" fmla="*/ 877879 w 1467792"/>
                <a:gd name="connsiteY8" fmla="*/ 3909 h 717887"/>
                <a:gd name="connsiteX9" fmla="*/ 463884 w 1467792"/>
                <a:gd name="connsiteY9" fmla="*/ 17140 h 717887"/>
                <a:gd name="connsiteX0" fmla="*/ 467587 w 1471495"/>
                <a:gd name="connsiteY0" fmla="*/ 17140 h 717887"/>
                <a:gd name="connsiteX1" fmla="*/ 276356 w 1471495"/>
                <a:gd name="connsiteY1" fmla="*/ 226210 h 717887"/>
                <a:gd name="connsiteX2" fmla="*/ 6285 w 1471495"/>
                <a:gd name="connsiteY2" fmla="*/ 418096 h 717887"/>
                <a:gd name="connsiteX3" fmla="*/ 117468 w 1471495"/>
                <a:gd name="connsiteY3" fmla="*/ 633268 h 717887"/>
                <a:gd name="connsiteX4" fmla="*/ 430500 w 1471495"/>
                <a:gd name="connsiteY4" fmla="*/ 715423 h 717887"/>
                <a:gd name="connsiteX5" fmla="*/ 1345570 w 1471495"/>
                <a:gd name="connsiteY5" fmla="*/ 665886 h 717887"/>
                <a:gd name="connsiteX6" fmla="*/ 1444759 w 1471495"/>
                <a:gd name="connsiteY6" fmla="*/ 270752 h 717887"/>
                <a:gd name="connsiteX7" fmla="*/ 1208082 w 1471495"/>
                <a:gd name="connsiteY7" fmla="*/ 34465 h 717887"/>
                <a:gd name="connsiteX8" fmla="*/ 881582 w 1471495"/>
                <a:gd name="connsiteY8" fmla="*/ 3909 h 717887"/>
                <a:gd name="connsiteX9" fmla="*/ 467587 w 1471495"/>
                <a:gd name="connsiteY9" fmla="*/ 17140 h 717887"/>
                <a:gd name="connsiteX0" fmla="*/ 437440 w 1471495"/>
                <a:gd name="connsiteY0" fmla="*/ 12273 h 732696"/>
                <a:gd name="connsiteX1" fmla="*/ 276356 w 1471495"/>
                <a:gd name="connsiteY1" fmla="*/ 241019 h 732696"/>
                <a:gd name="connsiteX2" fmla="*/ 6285 w 1471495"/>
                <a:gd name="connsiteY2" fmla="*/ 432905 h 732696"/>
                <a:gd name="connsiteX3" fmla="*/ 117468 w 1471495"/>
                <a:gd name="connsiteY3" fmla="*/ 648077 h 732696"/>
                <a:gd name="connsiteX4" fmla="*/ 430500 w 1471495"/>
                <a:gd name="connsiteY4" fmla="*/ 730232 h 732696"/>
                <a:gd name="connsiteX5" fmla="*/ 1345570 w 1471495"/>
                <a:gd name="connsiteY5" fmla="*/ 680695 h 732696"/>
                <a:gd name="connsiteX6" fmla="*/ 1444759 w 1471495"/>
                <a:gd name="connsiteY6" fmla="*/ 285561 h 732696"/>
                <a:gd name="connsiteX7" fmla="*/ 1208082 w 1471495"/>
                <a:gd name="connsiteY7" fmla="*/ 49274 h 732696"/>
                <a:gd name="connsiteX8" fmla="*/ 881582 w 1471495"/>
                <a:gd name="connsiteY8" fmla="*/ 18718 h 732696"/>
                <a:gd name="connsiteX9" fmla="*/ 437440 w 1471495"/>
                <a:gd name="connsiteY9" fmla="*/ 12273 h 732696"/>
                <a:gd name="connsiteX0" fmla="*/ 437440 w 1471495"/>
                <a:gd name="connsiteY0" fmla="*/ 27540 h 747963"/>
                <a:gd name="connsiteX1" fmla="*/ 276356 w 1471495"/>
                <a:gd name="connsiteY1" fmla="*/ 256286 h 747963"/>
                <a:gd name="connsiteX2" fmla="*/ 6285 w 1471495"/>
                <a:gd name="connsiteY2" fmla="*/ 448172 h 747963"/>
                <a:gd name="connsiteX3" fmla="*/ 117468 w 1471495"/>
                <a:gd name="connsiteY3" fmla="*/ 663344 h 747963"/>
                <a:gd name="connsiteX4" fmla="*/ 430500 w 1471495"/>
                <a:gd name="connsiteY4" fmla="*/ 745499 h 747963"/>
                <a:gd name="connsiteX5" fmla="*/ 1345570 w 1471495"/>
                <a:gd name="connsiteY5" fmla="*/ 695962 h 747963"/>
                <a:gd name="connsiteX6" fmla="*/ 1444759 w 1471495"/>
                <a:gd name="connsiteY6" fmla="*/ 300828 h 747963"/>
                <a:gd name="connsiteX7" fmla="*/ 1208082 w 1471495"/>
                <a:gd name="connsiteY7" fmla="*/ 64541 h 747963"/>
                <a:gd name="connsiteX8" fmla="*/ 906076 w 1471495"/>
                <a:gd name="connsiteY8" fmla="*/ 0 h 747963"/>
                <a:gd name="connsiteX9" fmla="*/ 437440 w 1471495"/>
                <a:gd name="connsiteY9" fmla="*/ 27540 h 747963"/>
                <a:gd name="connsiteX0" fmla="*/ 437440 w 1471495"/>
                <a:gd name="connsiteY0" fmla="*/ 27540 h 747963"/>
                <a:gd name="connsiteX1" fmla="*/ 276356 w 1471495"/>
                <a:gd name="connsiteY1" fmla="*/ 256286 h 747963"/>
                <a:gd name="connsiteX2" fmla="*/ 6285 w 1471495"/>
                <a:gd name="connsiteY2" fmla="*/ 448172 h 747963"/>
                <a:gd name="connsiteX3" fmla="*/ 117468 w 1471495"/>
                <a:gd name="connsiteY3" fmla="*/ 663344 h 747963"/>
                <a:gd name="connsiteX4" fmla="*/ 430500 w 1471495"/>
                <a:gd name="connsiteY4" fmla="*/ 745499 h 747963"/>
                <a:gd name="connsiteX5" fmla="*/ 1345570 w 1471495"/>
                <a:gd name="connsiteY5" fmla="*/ 695962 h 747963"/>
                <a:gd name="connsiteX6" fmla="*/ 1444759 w 1471495"/>
                <a:gd name="connsiteY6" fmla="*/ 300828 h 747963"/>
                <a:gd name="connsiteX7" fmla="*/ 1213735 w 1471495"/>
                <a:gd name="connsiteY7" fmla="*/ 87794 h 747963"/>
                <a:gd name="connsiteX8" fmla="*/ 906076 w 1471495"/>
                <a:gd name="connsiteY8" fmla="*/ 0 h 747963"/>
                <a:gd name="connsiteX9" fmla="*/ 437440 w 1471495"/>
                <a:gd name="connsiteY9" fmla="*/ 27540 h 747963"/>
                <a:gd name="connsiteX0" fmla="*/ 435352 w 1469407"/>
                <a:gd name="connsiteY0" fmla="*/ 27540 h 747963"/>
                <a:gd name="connsiteX1" fmla="*/ 236062 w 1469407"/>
                <a:gd name="connsiteY1" fmla="*/ 246705 h 747963"/>
                <a:gd name="connsiteX2" fmla="*/ 4197 w 1469407"/>
                <a:gd name="connsiteY2" fmla="*/ 448172 h 747963"/>
                <a:gd name="connsiteX3" fmla="*/ 115380 w 1469407"/>
                <a:gd name="connsiteY3" fmla="*/ 663344 h 747963"/>
                <a:gd name="connsiteX4" fmla="*/ 428412 w 1469407"/>
                <a:gd name="connsiteY4" fmla="*/ 745499 h 747963"/>
                <a:gd name="connsiteX5" fmla="*/ 1343482 w 1469407"/>
                <a:gd name="connsiteY5" fmla="*/ 695962 h 747963"/>
                <a:gd name="connsiteX6" fmla="*/ 1442671 w 1469407"/>
                <a:gd name="connsiteY6" fmla="*/ 300828 h 747963"/>
                <a:gd name="connsiteX7" fmla="*/ 1211647 w 1469407"/>
                <a:gd name="connsiteY7" fmla="*/ 87794 h 747963"/>
                <a:gd name="connsiteX8" fmla="*/ 903988 w 1469407"/>
                <a:gd name="connsiteY8" fmla="*/ 0 h 747963"/>
                <a:gd name="connsiteX9" fmla="*/ 435352 w 1469407"/>
                <a:gd name="connsiteY9" fmla="*/ 27540 h 747963"/>
                <a:gd name="connsiteX0" fmla="*/ 287738 w 1469407"/>
                <a:gd name="connsiteY0" fmla="*/ 16581 h 752973"/>
                <a:gd name="connsiteX1" fmla="*/ 236062 w 1469407"/>
                <a:gd name="connsiteY1" fmla="*/ 251715 h 752973"/>
                <a:gd name="connsiteX2" fmla="*/ 4197 w 1469407"/>
                <a:gd name="connsiteY2" fmla="*/ 453182 h 752973"/>
                <a:gd name="connsiteX3" fmla="*/ 115380 w 1469407"/>
                <a:gd name="connsiteY3" fmla="*/ 668354 h 752973"/>
                <a:gd name="connsiteX4" fmla="*/ 428412 w 1469407"/>
                <a:gd name="connsiteY4" fmla="*/ 750509 h 752973"/>
                <a:gd name="connsiteX5" fmla="*/ 1343482 w 1469407"/>
                <a:gd name="connsiteY5" fmla="*/ 700972 h 752973"/>
                <a:gd name="connsiteX6" fmla="*/ 1442671 w 1469407"/>
                <a:gd name="connsiteY6" fmla="*/ 305838 h 752973"/>
                <a:gd name="connsiteX7" fmla="*/ 1211647 w 1469407"/>
                <a:gd name="connsiteY7" fmla="*/ 92804 h 752973"/>
                <a:gd name="connsiteX8" fmla="*/ 903988 w 1469407"/>
                <a:gd name="connsiteY8" fmla="*/ 5010 h 752973"/>
                <a:gd name="connsiteX9" fmla="*/ 287738 w 1469407"/>
                <a:gd name="connsiteY9" fmla="*/ 16581 h 752973"/>
                <a:gd name="connsiteX0" fmla="*/ 284280 w 1465949"/>
                <a:gd name="connsiteY0" fmla="*/ 16581 h 752973"/>
                <a:gd name="connsiteX1" fmla="*/ 153170 w 1465949"/>
                <a:gd name="connsiteY1" fmla="*/ 241755 h 752973"/>
                <a:gd name="connsiteX2" fmla="*/ 739 w 1465949"/>
                <a:gd name="connsiteY2" fmla="*/ 453182 h 752973"/>
                <a:gd name="connsiteX3" fmla="*/ 111922 w 1465949"/>
                <a:gd name="connsiteY3" fmla="*/ 668354 h 752973"/>
                <a:gd name="connsiteX4" fmla="*/ 424954 w 1465949"/>
                <a:gd name="connsiteY4" fmla="*/ 750509 h 752973"/>
                <a:gd name="connsiteX5" fmla="*/ 1340024 w 1465949"/>
                <a:gd name="connsiteY5" fmla="*/ 700972 h 752973"/>
                <a:gd name="connsiteX6" fmla="*/ 1439213 w 1465949"/>
                <a:gd name="connsiteY6" fmla="*/ 305838 h 752973"/>
                <a:gd name="connsiteX7" fmla="*/ 1208189 w 1465949"/>
                <a:gd name="connsiteY7" fmla="*/ 92804 h 752973"/>
                <a:gd name="connsiteX8" fmla="*/ 900530 w 1465949"/>
                <a:gd name="connsiteY8" fmla="*/ 5010 h 752973"/>
                <a:gd name="connsiteX9" fmla="*/ 284280 w 1465949"/>
                <a:gd name="connsiteY9" fmla="*/ 16581 h 752973"/>
                <a:gd name="connsiteX0" fmla="*/ 215678 w 1465949"/>
                <a:gd name="connsiteY0" fmla="*/ 15568 h 755280"/>
                <a:gd name="connsiteX1" fmla="*/ 153170 w 1465949"/>
                <a:gd name="connsiteY1" fmla="*/ 244062 h 755280"/>
                <a:gd name="connsiteX2" fmla="*/ 739 w 1465949"/>
                <a:gd name="connsiteY2" fmla="*/ 455489 h 755280"/>
                <a:gd name="connsiteX3" fmla="*/ 111922 w 1465949"/>
                <a:gd name="connsiteY3" fmla="*/ 670661 h 755280"/>
                <a:gd name="connsiteX4" fmla="*/ 424954 w 1465949"/>
                <a:gd name="connsiteY4" fmla="*/ 752816 h 755280"/>
                <a:gd name="connsiteX5" fmla="*/ 1340024 w 1465949"/>
                <a:gd name="connsiteY5" fmla="*/ 703279 h 755280"/>
                <a:gd name="connsiteX6" fmla="*/ 1439213 w 1465949"/>
                <a:gd name="connsiteY6" fmla="*/ 308145 h 755280"/>
                <a:gd name="connsiteX7" fmla="*/ 1208189 w 1465949"/>
                <a:gd name="connsiteY7" fmla="*/ 95111 h 755280"/>
                <a:gd name="connsiteX8" fmla="*/ 900530 w 1465949"/>
                <a:gd name="connsiteY8" fmla="*/ 7317 h 755280"/>
                <a:gd name="connsiteX9" fmla="*/ 215678 w 1465949"/>
                <a:gd name="connsiteY9" fmla="*/ 15568 h 755280"/>
                <a:gd name="connsiteX0" fmla="*/ 158423 w 1408694"/>
                <a:gd name="connsiteY0" fmla="*/ 15568 h 755280"/>
                <a:gd name="connsiteX1" fmla="*/ 95915 w 1408694"/>
                <a:gd name="connsiteY1" fmla="*/ 244062 h 755280"/>
                <a:gd name="connsiteX2" fmla="*/ 9068 w 1408694"/>
                <a:gd name="connsiteY2" fmla="*/ 472501 h 755280"/>
                <a:gd name="connsiteX3" fmla="*/ 54667 w 1408694"/>
                <a:gd name="connsiteY3" fmla="*/ 670661 h 755280"/>
                <a:gd name="connsiteX4" fmla="*/ 367699 w 1408694"/>
                <a:gd name="connsiteY4" fmla="*/ 752816 h 755280"/>
                <a:gd name="connsiteX5" fmla="*/ 1282769 w 1408694"/>
                <a:gd name="connsiteY5" fmla="*/ 703279 h 755280"/>
                <a:gd name="connsiteX6" fmla="*/ 1381958 w 1408694"/>
                <a:gd name="connsiteY6" fmla="*/ 308145 h 755280"/>
                <a:gd name="connsiteX7" fmla="*/ 1150934 w 1408694"/>
                <a:gd name="connsiteY7" fmla="*/ 95111 h 755280"/>
                <a:gd name="connsiteX8" fmla="*/ 843275 w 1408694"/>
                <a:gd name="connsiteY8" fmla="*/ 7317 h 755280"/>
                <a:gd name="connsiteX9" fmla="*/ 158423 w 1408694"/>
                <a:gd name="connsiteY9" fmla="*/ 15568 h 755280"/>
                <a:gd name="connsiteX0" fmla="*/ 151540 w 1401811"/>
                <a:gd name="connsiteY0" fmla="*/ 15568 h 755280"/>
                <a:gd name="connsiteX1" fmla="*/ 89032 w 1401811"/>
                <a:gd name="connsiteY1" fmla="*/ 244062 h 755280"/>
                <a:gd name="connsiteX2" fmla="*/ 2185 w 1401811"/>
                <a:gd name="connsiteY2" fmla="*/ 472501 h 755280"/>
                <a:gd name="connsiteX3" fmla="*/ 67073 w 1401811"/>
                <a:gd name="connsiteY3" fmla="*/ 640039 h 755280"/>
                <a:gd name="connsiteX4" fmla="*/ 360816 w 1401811"/>
                <a:gd name="connsiteY4" fmla="*/ 752816 h 755280"/>
                <a:gd name="connsiteX5" fmla="*/ 1275886 w 1401811"/>
                <a:gd name="connsiteY5" fmla="*/ 703279 h 755280"/>
                <a:gd name="connsiteX6" fmla="*/ 1375075 w 1401811"/>
                <a:gd name="connsiteY6" fmla="*/ 308145 h 755280"/>
                <a:gd name="connsiteX7" fmla="*/ 1144051 w 1401811"/>
                <a:gd name="connsiteY7" fmla="*/ 95111 h 755280"/>
                <a:gd name="connsiteX8" fmla="*/ 836392 w 1401811"/>
                <a:gd name="connsiteY8" fmla="*/ 7317 h 755280"/>
                <a:gd name="connsiteX9" fmla="*/ 151540 w 1401811"/>
                <a:gd name="connsiteY9" fmla="*/ 15568 h 755280"/>
                <a:gd name="connsiteX0" fmla="*/ 154312 w 1404583"/>
                <a:gd name="connsiteY0" fmla="*/ 21319 h 761031"/>
                <a:gd name="connsiteX1" fmla="*/ 130383 w 1404583"/>
                <a:gd name="connsiteY1" fmla="*/ 294045 h 761031"/>
                <a:gd name="connsiteX2" fmla="*/ 4957 w 1404583"/>
                <a:gd name="connsiteY2" fmla="*/ 478252 h 761031"/>
                <a:gd name="connsiteX3" fmla="*/ 69845 w 1404583"/>
                <a:gd name="connsiteY3" fmla="*/ 645790 h 761031"/>
                <a:gd name="connsiteX4" fmla="*/ 363588 w 1404583"/>
                <a:gd name="connsiteY4" fmla="*/ 758567 h 761031"/>
                <a:gd name="connsiteX5" fmla="*/ 1278658 w 1404583"/>
                <a:gd name="connsiteY5" fmla="*/ 709030 h 761031"/>
                <a:gd name="connsiteX6" fmla="*/ 1377847 w 1404583"/>
                <a:gd name="connsiteY6" fmla="*/ 313896 h 761031"/>
                <a:gd name="connsiteX7" fmla="*/ 1146823 w 1404583"/>
                <a:gd name="connsiteY7" fmla="*/ 100862 h 761031"/>
                <a:gd name="connsiteX8" fmla="*/ 839164 w 1404583"/>
                <a:gd name="connsiteY8" fmla="*/ 13068 h 761031"/>
                <a:gd name="connsiteX9" fmla="*/ 154312 w 1404583"/>
                <a:gd name="connsiteY9" fmla="*/ 21319 h 761031"/>
                <a:gd name="connsiteX0" fmla="*/ 231469 w 1404583"/>
                <a:gd name="connsiteY0" fmla="*/ 21319 h 761031"/>
                <a:gd name="connsiteX1" fmla="*/ 130383 w 1404583"/>
                <a:gd name="connsiteY1" fmla="*/ 294045 h 761031"/>
                <a:gd name="connsiteX2" fmla="*/ 4957 w 1404583"/>
                <a:gd name="connsiteY2" fmla="*/ 478252 h 761031"/>
                <a:gd name="connsiteX3" fmla="*/ 69845 w 1404583"/>
                <a:gd name="connsiteY3" fmla="*/ 645790 h 761031"/>
                <a:gd name="connsiteX4" fmla="*/ 363588 w 1404583"/>
                <a:gd name="connsiteY4" fmla="*/ 758567 h 761031"/>
                <a:gd name="connsiteX5" fmla="*/ 1278658 w 1404583"/>
                <a:gd name="connsiteY5" fmla="*/ 709030 h 761031"/>
                <a:gd name="connsiteX6" fmla="*/ 1377847 w 1404583"/>
                <a:gd name="connsiteY6" fmla="*/ 313896 h 761031"/>
                <a:gd name="connsiteX7" fmla="*/ 1146823 w 1404583"/>
                <a:gd name="connsiteY7" fmla="*/ 100862 h 761031"/>
                <a:gd name="connsiteX8" fmla="*/ 839164 w 1404583"/>
                <a:gd name="connsiteY8" fmla="*/ 13068 h 761031"/>
                <a:gd name="connsiteX9" fmla="*/ 231469 w 1404583"/>
                <a:gd name="connsiteY9" fmla="*/ 21319 h 76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04583" h="761031">
                  <a:moveTo>
                    <a:pt x="231469" y="21319"/>
                  </a:moveTo>
                  <a:cubicBezTo>
                    <a:pt x="113339" y="68148"/>
                    <a:pt x="168135" y="217890"/>
                    <a:pt x="130383" y="294045"/>
                  </a:cubicBezTo>
                  <a:cubicBezTo>
                    <a:pt x="92631" y="370200"/>
                    <a:pt x="15047" y="419628"/>
                    <a:pt x="4957" y="478252"/>
                  </a:cubicBezTo>
                  <a:cubicBezTo>
                    <a:pt x="-5133" y="536876"/>
                    <a:pt x="-6784" y="601806"/>
                    <a:pt x="69845" y="645790"/>
                  </a:cubicBezTo>
                  <a:cubicBezTo>
                    <a:pt x="114412" y="664652"/>
                    <a:pt x="174902" y="743051"/>
                    <a:pt x="363588" y="758567"/>
                  </a:cubicBezTo>
                  <a:cubicBezTo>
                    <a:pt x="827649" y="755219"/>
                    <a:pt x="1109615" y="783142"/>
                    <a:pt x="1278658" y="709030"/>
                  </a:cubicBezTo>
                  <a:cubicBezTo>
                    <a:pt x="1447701" y="634918"/>
                    <a:pt x="1407676" y="440091"/>
                    <a:pt x="1377847" y="313896"/>
                  </a:cubicBezTo>
                  <a:cubicBezTo>
                    <a:pt x="1318189" y="194584"/>
                    <a:pt x="1265114" y="253952"/>
                    <a:pt x="1146823" y="100862"/>
                  </a:cubicBezTo>
                  <a:cubicBezTo>
                    <a:pt x="1043800" y="52777"/>
                    <a:pt x="899969" y="21099"/>
                    <a:pt x="839164" y="13068"/>
                  </a:cubicBezTo>
                  <a:cubicBezTo>
                    <a:pt x="716407" y="20525"/>
                    <a:pt x="349599" y="-25510"/>
                    <a:pt x="231469" y="21319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sz="135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/>
              </a:extLst>
            </p:cNvPr>
            <p:cNvCxnSpPr/>
            <p:nvPr/>
          </p:nvCxnSpPr>
          <p:spPr>
            <a:xfrm flipH="1" flipV="1">
              <a:off x="5033963" y="4546600"/>
              <a:ext cx="187325" cy="682625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/>
              </a:extLst>
            </p:cNvPr>
            <p:cNvCxnSpPr/>
            <p:nvPr/>
          </p:nvCxnSpPr>
          <p:spPr>
            <a:xfrm>
              <a:off x="5064125" y="4532313"/>
              <a:ext cx="1060450" cy="41275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/>
              </a:extLst>
            </p:cNvPr>
            <p:cNvCxnSpPr>
              <a:cxnSpLocks/>
              <a:endCxn id="166" idx="4"/>
            </p:cNvCxnSpPr>
            <p:nvPr/>
          </p:nvCxnSpPr>
          <p:spPr>
            <a:xfrm flipV="1">
              <a:off x="6124575" y="4721225"/>
              <a:ext cx="819150" cy="223838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/>
              </a:extLst>
            </p:cNvPr>
            <p:cNvCxnSpPr/>
            <p:nvPr/>
          </p:nvCxnSpPr>
          <p:spPr>
            <a:xfrm flipH="1" flipV="1">
              <a:off x="3965575" y="4095750"/>
              <a:ext cx="1125538" cy="420688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/>
              </a:extLst>
            </p:cNvPr>
            <p:cNvCxnSpPr/>
            <p:nvPr/>
          </p:nvCxnSpPr>
          <p:spPr>
            <a:xfrm flipV="1">
              <a:off x="5091113" y="3949700"/>
              <a:ext cx="1001712" cy="566738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/>
              </a:extLst>
            </p:cNvPr>
            <p:cNvCxnSpPr>
              <a:cxnSpLocks/>
              <a:stCxn id="145" idx="4"/>
            </p:cNvCxnSpPr>
            <p:nvPr/>
          </p:nvCxnSpPr>
          <p:spPr>
            <a:xfrm>
              <a:off x="3698875" y="4779963"/>
              <a:ext cx="1522413" cy="4492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/>
              </a:extLst>
            </p:cNvPr>
            <p:cNvCxnSpPr/>
            <p:nvPr/>
          </p:nvCxnSpPr>
          <p:spPr>
            <a:xfrm flipV="1">
              <a:off x="3519488" y="4525963"/>
              <a:ext cx="1514475" cy="233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/>
              </a:extLst>
            </p:cNvPr>
            <p:cNvCxnSpPr>
              <a:cxnSpLocks/>
            </p:cNvCxnSpPr>
            <p:nvPr/>
          </p:nvCxnSpPr>
          <p:spPr>
            <a:xfrm>
              <a:off x="6940550" y="4570413"/>
              <a:ext cx="90963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6"/>
            <p:cNvSpPr txBox="1">
              <a:spLocks noChangeArrowheads="1"/>
            </p:cNvSpPr>
            <p:nvPr/>
          </p:nvSpPr>
          <p:spPr bwMode="auto">
            <a:xfrm>
              <a:off x="4283075" y="3371850"/>
              <a:ext cx="1095375" cy="565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</a:rPr>
                <a:t>Mobility Management Entity (</a:t>
              </a:r>
              <a:r>
                <a:rPr lang="en-US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MME</a:t>
              </a: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</a:rPr>
                <a:t>)</a:t>
              </a:r>
            </a:p>
          </p:txBody>
        </p:sp>
        <p:sp>
          <p:nvSpPr>
            <p:cNvPr id="28" name="TextBox 17"/>
            <p:cNvSpPr txBox="1">
              <a:spLocks noChangeArrowheads="1"/>
            </p:cNvSpPr>
            <p:nvPr/>
          </p:nvSpPr>
          <p:spPr bwMode="auto">
            <a:xfrm>
              <a:off x="4100513" y="5454650"/>
              <a:ext cx="2354262" cy="24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</a:rPr>
                <a:t>Serving Gateway (</a:t>
              </a:r>
              <a:r>
                <a:rPr lang="en-US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S-GW</a:t>
              </a: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</a:rPr>
                <a:t>)</a:t>
              </a:r>
            </a:p>
          </p:txBody>
        </p:sp>
        <p:sp>
          <p:nvSpPr>
            <p:cNvPr id="29" name="TextBox 18"/>
            <p:cNvSpPr txBox="1">
              <a:spLocks noChangeArrowheads="1"/>
            </p:cNvSpPr>
            <p:nvPr/>
          </p:nvSpPr>
          <p:spPr bwMode="auto">
            <a:xfrm>
              <a:off x="6342063" y="3481388"/>
              <a:ext cx="1682750" cy="407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Home Subscriber Service (</a:t>
              </a: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HSS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)</a:t>
              </a:r>
            </a:p>
          </p:txBody>
        </p:sp>
        <p:sp>
          <p:nvSpPr>
            <p:cNvPr id="30" name="TextBox 19"/>
            <p:cNvSpPr txBox="1">
              <a:spLocks noChangeArrowheads="1"/>
            </p:cNvSpPr>
            <p:nvPr/>
          </p:nvSpPr>
          <p:spPr bwMode="auto">
            <a:xfrm>
              <a:off x="6207125" y="4968875"/>
              <a:ext cx="18542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</a:rPr>
                <a:t>PDN gateway (</a:t>
              </a:r>
              <a:r>
                <a:rPr lang="en-US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P-GW</a:t>
              </a: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</a:rPr>
                <a:t>)</a:t>
              </a:r>
            </a:p>
          </p:txBody>
        </p:sp>
        <p:sp>
          <p:nvSpPr>
            <p:cNvPr id="31" name="TextBox 30">
              <a:extLst>
                <a:ext uri="{FF2B5EF4-FFF2-40B4-BE49-F238E27FC236}"/>
              </a:extLst>
            </p:cNvPr>
            <p:cNvSpPr txBox="1"/>
            <p:nvPr/>
          </p:nvSpPr>
          <p:spPr>
            <a:xfrm>
              <a:off x="2876550" y="5507038"/>
              <a:ext cx="325438" cy="3397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mr-IN" sz="1600" dirty="0"/>
                <a:t>…</a:t>
              </a:r>
              <a:endParaRPr lang="en-US" sz="1350" dirty="0"/>
            </a:p>
          </p:txBody>
        </p:sp>
        <p:cxnSp>
          <p:nvCxnSpPr>
            <p:cNvPr id="32" name="Straight Connector 31">
              <a:extLst>
                <a:ext uri="{FF2B5EF4-FFF2-40B4-BE49-F238E27FC236}"/>
              </a:extLst>
            </p:cNvPr>
            <p:cNvCxnSpPr>
              <a:cxnSpLocks/>
              <a:endCxn id="171" idx="2"/>
            </p:cNvCxnSpPr>
            <p:nvPr/>
          </p:nvCxnSpPr>
          <p:spPr>
            <a:xfrm>
              <a:off x="5064125" y="4546600"/>
              <a:ext cx="1876425" cy="1270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/>
              </a:extLst>
            </p:cNvPr>
            <p:cNvCxnSpPr/>
            <p:nvPr/>
          </p:nvCxnSpPr>
          <p:spPr>
            <a:xfrm flipV="1">
              <a:off x="5221288" y="4945063"/>
              <a:ext cx="903287" cy="2841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/>
              </a:extLst>
            </p:cNvPr>
            <p:cNvCxnSpPr/>
            <p:nvPr/>
          </p:nvCxnSpPr>
          <p:spPr>
            <a:xfrm flipV="1">
              <a:off x="3965575" y="5229225"/>
              <a:ext cx="1304925" cy="61913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/>
              </a:extLst>
            </p:cNvPr>
            <p:cNvCxnSpPr>
              <a:cxnSpLocks/>
              <a:stCxn id="145" idx="4"/>
              <a:endCxn id="143" idx="2"/>
            </p:cNvCxnSpPr>
            <p:nvPr/>
          </p:nvCxnSpPr>
          <p:spPr>
            <a:xfrm>
              <a:off x="3698875" y="4779963"/>
              <a:ext cx="238125" cy="496887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/>
              </a:extLst>
            </p:cNvPr>
            <p:cNvCxnSpPr/>
            <p:nvPr/>
          </p:nvCxnSpPr>
          <p:spPr>
            <a:xfrm flipV="1">
              <a:off x="3965575" y="4546600"/>
              <a:ext cx="1125538" cy="744538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/>
              </a:extLst>
            </p:cNvPr>
            <p:cNvCxnSpPr>
              <a:cxnSpLocks/>
              <a:stCxn id="149" idx="0"/>
            </p:cNvCxnSpPr>
            <p:nvPr/>
          </p:nvCxnSpPr>
          <p:spPr>
            <a:xfrm flipH="1">
              <a:off x="2709863" y="4672013"/>
              <a:ext cx="935037" cy="10207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/>
              </a:extLst>
            </p:cNvPr>
            <p:cNvCxnSpPr>
              <a:cxnSpLocks/>
              <a:stCxn id="150" idx="12"/>
            </p:cNvCxnSpPr>
            <p:nvPr/>
          </p:nvCxnSpPr>
          <p:spPr>
            <a:xfrm flipH="1" flipV="1">
              <a:off x="2984500" y="3722688"/>
              <a:ext cx="660400" cy="987425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/>
              </a:extLst>
            </p:cNvPr>
            <p:cNvCxnSpPr>
              <a:cxnSpLocks/>
              <a:stCxn id="150" idx="13"/>
            </p:cNvCxnSpPr>
            <p:nvPr/>
          </p:nvCxnSpPr>
          <p:spPr>
            <a:xfrm flipH="1">
              <a:off x="2144713" y="4673600"/>
              <a:ext cx="1500187" cy="661988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44"/>
            <p:cNvSpPr txBox="1">
              <a:spLocks noChangeArrowheads="1"/>
            </p:cNvSpPr>
            <p:nvPr/>
          </p:nvSpPr>
          <p:spPr bwMode="auto">
            <a:xfrm>
              <a:off x="7351713" y="4356100"/>
              <a:ext cx="860425" cy="490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Calibri" panose="020F0502020204030204" pitchFamily="34" charset="0"/>
                </a:rPr>
                <a:t>to 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  <a:latin typeface="Calibri" panose="020F0502020204030204" pitchFamily="34" charset="0"/>
                </a:rPr>
                <a:t>Internet</a:t>
              </a:r>
            </a:p>
          </p:txBody>
        </p:sp>
        <p:sp>
          <p:nvSpPr>
            <p:cNvPr id="41" name="TextBox 45"/>
            <p:cNvSpPr txBox="1">
              <a:spLocks noChangeArrowheads="1"/>
            </p:cNvSpPr>
            <p:nvPr/>
          </p:nvSpPr>
          <p:spPr bwMode="auto">
            <a:xfrm>
              <a:off x="871538" y="3590925"/>
              <a:ext cx="1590675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Calibri" panose="020F0502020204030204" pitchFamily="34" charset="0"/>
                </a:rPr>
                <a:t>Mobile device  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</a:rPr>
                <a:t>  (</a:t>
              </a:r>
              <a:r>
                <a:rPr lang="en-US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UE</a:t>
              </a:r>
              <a:r>
                <a:rPr lang="en-US" sz="1100">
                  <a:solidFill>
                    <a:srgbClr val="000000"/>
                  </a:solidFill>
                  <a:latin typeface="Calibri" panose="020F0502020204030204" pitchFamily="34" charset="0"/>
                </a:rPr>
                <a:t>)</a:t>
              </a:r>
            </a:p>
          </p:txBody>
        </p:sp>
        <p:sp>
          <p:nvSpPr>
            <p:cNvPr id="42" name="TextBox 53">
              <a:extLst>
                <a:ext uri="{FF2B5EF4-FFF2-40B4-BE49-F238E27FC236}"/>
              </a:extLst>
            </p:cNvPr>
            <p:cNvSpPr txBox="1"/>
            <p:nvPr/>
          </p:nvSpPr>
          <p:spPr>
            <a:xfrm>
              <a:off x="2239963" y="3862388"/>
              <a:ext cx="944562" cy="3905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80000"/>
                </a:lnSpc>
                <a:defRPr/>
              </a:pPr>
              <a:r>
                <a:rPr lang="en-US" sz="1200" dirty="0">
                  <a:solidFill>
                    <a:prstClr val="black"/>
                  </a:solidFill>
                  <a:latin typeface="Calibri"/>
                </a:rPr>
                <a:t>Base station</a:t>
              </a:r>
            </a:p>
            <a:p>
              <a:pPr algn="r">
                <a:lnSpc>
                  <a:spcPct val="80000"/>
                </a:lnSpc>
                <a:defRPr/>
              </a:pPr>
              <a:r>
                <a:rPr lang="en-US" sz="1200" b="1" dirty="0">
                  <a:solidFill>
                    <a:prstClr val="black"/>
                  </a:solidFill>
                  <a:latin typeface="Calibri"/>
                </a:rPr>
                <a:t>(eNode-B)  </a:t>
              </a:r>
              <a:endParaRPr lang="en-US" sz="1050" b="1" dirty="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43" name="Picture 42" descr="A screen shot of a computer&#10;&#10;Description automatically generated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3488" y="3184525"/>
              <a:ext cx="644525" cy="1204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Can 43">
              <a:extLst>
                <a:ext uri="{FF2B5EF4-FFF2-40B4-BE49-F238E27FC236}"/>
              </a:extLst>
            </p:cNvPr>
            <p:cNvSpPr/>
            <p:nvPr/>
          </p:nvSpPr>
          <p:spPr>
            <a:xfrm>
              <a:off x="5489575" y="3103563"/>
              <a:ext cx="630238" cy="568325"/>
            </a:xfrm>
            <a:prstGeom prst="can">
              <a:avLst/>
            </a:prstGeom>
            <a:gradFill>
              <a:gsLst>
                <a:gs pos="38000">
                  <a:schemeClr val="bg1">
                    <a:lumMod val="95000"/>
                  </a:schemeClr>
                </a:gs>
                <a:gs pos="0">
                  <a:srgbClr val="C4CDD3"/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 dirty="0"/>
            </a:p>
          </p:txBody>
        </p:sp>
        <p:pic>
          <p:nvPicPr>
            <p:cNvPr id="45" name="Picture 44" descr="A screen shot of a computer&#10;&#10;Description automatically generated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3113" y="3249613"/>
              <a:ext cx="646112" cy="1204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6" name="Group 179"/>
            <p:cNvGrpSpPr>
              <a:grpSpLocks/>
            </p:cNvGrpSpPr>
            <p:nvPr/>
          </p:nvGrpSpPr>
          <p:grpSpPr bwMode="auto">
            <a:xfrm>
              <a:off x="1219200" y="2641600"/>
              <a:ext cx="6165850" cy="2843213"/>
              <a:chOff x="1218461" y="2641080"/>
              <a:chExt cx="6165461" cy="2843060"/>
            </a:xfrm>
          </p:grpSpPr>
          <p:grpSp>
            <p:nvGrpSpPr>
              <p:cNvPr id="50" name="Group 178"/>
              <p:cNvGrpSpPr>
                <a:grpSpLocks/>
              </p:cNvGrpSpPr>
              <p:nvPr/>
            </p:nvGrpSpPr>
            <p:grpSpPr bwMode="auto">
              <a:xfrm>
                <a:off x="5618317" y="3133187"/>
                <a:ext cx="439787" cy="517110"/>
                <a:chOff x="5618317" y="3133187"/>
                <a:chExt cx="439787" cy="517110"/>
              </a:xfrm>
            </p:grpSpPr>
            <p:sp>
              <p:nvSpPr>
                <p:cNvPr id="179" name="Rectangle 178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5618733" y="3190326"/>
                  <a:ext cx="438122" cy="400028"/>
                </a:xfrm>
                <a:prstGeom prst="rect">
                  <a:avLst/>
                </a:prstGeom>
                <a:gradFill>
                  <a:gsLst>
                    <a:gs pos="1000">
                      <a:srgbClr val="CDD3D7"/>
                    </a:gs>
                    <a:gs pos="100000">
                      <a:srgbClr val="E7ECF0"/>
                    </a:gs>
                  </a:gsLst>
                </a:gradFill>
                <a:ln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en-US" sz="1350" dirty="0"/>
                </a:p>
              </p:txBody>
            </p:sp>
            <p:sp>
              <p:nvSpPr>
                <p:cNvPr id="180" name="Oval 179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5618733" y="3133179"/>
                  <a:ext cx="438122" cy="120643"/>
                </a:xfrm>
                <a:prstGeom prst="ellipse">
                  <a:avLst/>
                </a:prstGeom>
                <a:solidFill>
                  <a:srgbClr val="E2E7EA"/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en-US" sz="1350" dirty="0"/>
                </a:p>
              </p:txBody>
            </p:sp>
            <p:sp>
              <p:nvSpPr>
                <p:cNvPr id="181" name="Oval 180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5620321" y="3530033"/>
                  <a:ext cx="438122" cy="120643"/>
                </a:xfrm>
                <a:prstGeom prst="ellipse">
                  <a:avLst/>
                </a:prstGeom>
                <a:solidFill>
                  <a:srgbClr val="CDD3D7"/>
                </a:solidFill>
                <a:ln w="6350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en-US" sz="1350" dirty="0"/>
                </a:p>
              </p:txBody>
            </p:sp>
            <p:sp>
              <p:nvSpPr>
                <p:cNvPr id="182" name="Rectangle 181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5623496" y="3522096"/>
                  <a:ext cx="428598" cy="65083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en-US" sz="1350" dirty="0"/>
                </a:p>
              </p:txBody>
            </p:sp>
          </p:grpSp>
          <p:grpSp>
            <p:nvGrpSpPr>
              <p:cNvPr id="51" name="Group 177"/>
              <p:cNvGrpSpPr>
                <a:grpSpLocks/>
              </p:cNvGrpSpPr>
              <p:nvPr/>
            </p:nvGrpSpPr>
            <p:grpSpPr bwMode="auto">
              <a:xfrm>
                <a:off x="4826547" y="4921945"/>
                <a:ext cx="883221" cy="540617"/>
                <a:chOff x="4826547" y="4921945"/>
                <a:chExt cx="883221" cy="540617"/>
              </a:xfrm>
            </p:grpSpPr>
            <p:sp>
              <p:nvSpPr>
                <p:cNvPr id="172" name="Freeform 171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4826621" y="5109510"/>
                  <a:ext cx="882594" cy="352406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173" name="Oval 172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4826621" y="4922195"/>
                  <a:ext cx="882594" cy="349231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174" name="Group 162"/>
                <p:cNvGrpSpPr>
                  <a:grpSpLocks/>
                </p:cNvGrpSpPr>
                <p:nvPr/>
              </p:nvGrpSpPr>
              <p:grpSpPr bwMode="auto">
                <a:xfrm>
                  <a:off x="4957536" y="4966426"/>
                  <a:ext cx="621078" cy="257154"/>
                  <a:chOff x="7786941" y="2884917"/>
                  <a:chExt cx="897649" cy="353919"/>
                </a:xfrm>
              </p:grpSpPr>
              <p:sp>
                <p:nvSpPr>
                  <p:cNvPr id="175" name="Freeform 174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11096" y="2885216"/>
                    <a:ext cx="848884" cy="198811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76" name="Freeform 175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8366313" y="3055626"/>
                    <a:ext cx="316611" cy="170410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77" name="Freeform 176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785860" y="3055626"/>
                    <a:ext cx="312022" cy="16822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78" name="Freeform 177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93691" y="2970420"/>
                    <a:ext cx="676814" cy="268724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2" name="Group 176"/>
              <p:cNvGrpSpPr>
                <a:grpSpLocks/>
              </p:cNvGrpSpPr>
              <p:nvPr/>
            </p:nvGrpSpPr>
            <p:grpSpPr bwMode="auto">
              <a:xfrm>
                <a:off x="6500701" y="4370759"/>
                <a:ext cx="883221" cy="540617"/>
                <a:chOff x="6500701" y="4370759"/>
                <a:chExt cx="883221" cy="540617"/>
              </a:xfrm>
            </p:grpSpPr>
            <p:sp>
              <p:nvSpPr>
                <p:cNvPr id="165" name="Freeform 164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6501328" y="4558677"/>
                  <a:ext cx="882594" cy="352406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166" name="Oval 165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6501328" y="4371362"/>
                  <a:ext cx="882594" cy="349231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167" name="Group 155"/>
                <p:cNvGrpSpPr>
                  <a:grpSpLocks/>
                </p:cNvGrpSpPr>
                <p:nvPr/>
              </p:nvGrpSpPr>
              <p:grpSpPr bwMode="auto">
                <a:xfrm>
                  <a:off x="6631690" y="4415240"/>
                  <a:ext cx="621078" cy="257154"/>
                  <a:chOff x="7786941" y="2884917"/>
                  <a:chExt cx="897649" cy="353919"/>
                </a:xfrm>
              </p:grpSpPr>
              <p:sp>
                <p:nvSpPr>
                  <p:cNvPr id="168" name="Freeform 167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11897" y="2885701"/>
                    <a:ext cx="848884" cy="198812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69" name="Freeform 168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8367113" y="3056112"/>
                    <a:ext cx="316611" cy="170410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70" name="Freeform 169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786659" y="3056112"/>
                    <a:ext cx="312022" cy="168226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71" name="Freeform 170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94491" y="2970907"/>
                    <a:ext cx="676813" cy="26872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3" name="Group 175"/>
              <p:cNvGrpSpPr>
                <a:grpSpLocks/>
              </p:cNvGrpSpPr>
              <p:nvPr/>
            </p:nvGrpSpPr>
            <p:grpSpPr bwMode="auto">
              <a:xfrm>
                <a:off x="4826548" y="4354619"/>
                <a:ext cx="495296" cy="318654"/>
                <a:chOff x="4826548" y="4354619"/>
                <a:chExt cx="495296" cy="318654"/>
              </a:xfrm>
            </p:grpSpPr>
            <p:sp>
              <p:nvSpPr>
                <p:cNvPr id="158" name="Freeform 157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4826621" y="4465020"/>
                  <a:ext cx="495269" cy="207951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159" name="Oval 158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4826621" y="4353901"/>
                  <a:ext cx="495269" cy="206364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160" name="Group 148"/>
                <p:cNvGrpSpPr>
                  <a:grpSpLocks/>
                </p:cNvGrpSpPr>
                <p:nvPr/>
              </p:nvGrpSpPr>
              <p:grpSpPr bwMode="auto">
                <a:xfrm>
                  <a:off x="4900005" y="4380837"/>
                  <a:ext cx="348290" cy="151573"/>
                  <a:chOff x="7786941" y="2884917"/>
                  <a:chExt cx="897649" cy="353919"/>
                </a:xfrm>
              </p:grpSpPr>
              <p:sp>
                <p:nvSpPr>
                  <p:cNvPr id="161" name="Freeform 160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10550" y="2885034"/>
                    <a:ext cx="850972" cy="196450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62" name="Freeform 161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8366955" y="3051831"/>
                    <a:ext cx="319114" cy="170502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63" name="Freeform 162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786003" y="3051831"/>
                    <a:ext cx="310932" cy="170502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64" name="Freeform 163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92374" y="2970286"/>
                    <a:ext cx="679141" cy="26687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4" name="Group 174"/>
              <p:cNvGrpSpPr>
                <a:grpSpLocks/>
              </p:cNvGrpSpPr>
              <p:nvPr/>
            </p:nvGrpSpPr>
            <p:grpSpPr bwMode="auto">
              <a:xfrm>
                <a:off x="5817709" y="4772834"/>
                <a:ext cx="495296" cy="318654"/>
                <a:chOff x="5817709" y="4772834"/>
                <a:chExt cx="495296" cy="318654"/>
              </a:xfrm>
            </p:grpSpPr>
            <p:sp>
              <p:nvSpPr>
                <p:cNvPr id="151" name="Freeform 150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5817159" y="4884097"/>
                  <a:ext cx="495269" cy="207951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152" name="Oval 151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5817159" y="4772978"/>
                  <a:ext cx="495269" cy="206364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153" name="Group 141"/>
                <p:cNvGrpSpPr>
                  <a:grpSpLocks/>
                </p:cNvGrpSpPr>
                <p:nvPr/>
              </p:nvGrpSpPr>
              <p:grpSpPr bwMode="auto">
                <a:xfrm>
                  <a:off x="5891166" y="4799052"/>
                  <a:ext cx="348290" cy="151573"/>
                  <a:chOff x="7786941" y="2884917"/>
                  <a:chExt cx="897649" cy="353919"/>
                </a:xfrm>
              </p:grpSpPr>
              <p:sp>
                <p:nvSpPr>
                  <p:cNvPr id="154" name="Freeform 153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08945" y="2887046"/>
                    <a:ext cx="850972" cy="196450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55" name="Freeform 154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8365349" y="3053843"/>
                    <a:ext cx="319114" cy="170502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56" name="Freeform 155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784397" y="3053843"/>
                    <a:ext cx="310932" cy="170502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57" name="Freeform 156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90769" y="2972299"/>
                    <a:ext cx="679141" cy="26687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5" name="Group 173"/>
              <p:cNvGrpSpPr>
                <a:grpSpLocks/>
              </p:cNvGrpSpPr>
              <p:nvPr/>
            </p:nvGrpSpPr>
            <p:grpSpPr bwMode="auto">
              <a:xfrm>
                <a:off x="3450827" y="4573588"/>
                <a:ext cx="495296" cy="318654"/>
                <a:chOff x="3450827" y="4573588"/>
                <a:chExt cx="495296" cy="318654"/>
              </a:xfrm>
            </p:grpSpPr>
            <p:sp>
              <p:nvSpPr>
                <p:cNvPr id="144" name="Freeform 143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3450345" y="4684083"/>
                  <a:ext cx="495269" cy="207951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145" name="Oval 144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3450345" y="4572964"/>
                  <a:ext cx="495269" cy="206364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146" name="Group 134"/>
                <p:cNvGrpSpPr>
                  <a:grpSpLocks/>
                </p:cNvGrpSpPr>
                <p:nvPr/>
              </p:nvGrpSpPr>
              <p:grpSpPr bwMode="auto">
                <a:xfrm>
                  <a:off x="3524284" y="4599806"/>
                  <a:ext cx="348290" cy="151573"/>
                  <a:chOff x="7786941" y="2884917"/>
                  <a:chExt cx="897649" cy="353919"/>
                </a:xfrm>
              </p:grpSpPr>
              <p:sp>
                <p:nvSpPr>
                  <p:cNvPr id="147" name="Freeform 146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09120" y="2885253"/>
                    <a:ext cx="850972" cy="196450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48" name="Freeform 147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8365525" y="3052050"/>
                    <a:ext cx="319114" cy="170502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49" name="Freeform 148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784573" y="3052050"/>
                    <a:ext cx="310932" cy="170502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50" name="Freeform 149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90944" y="2970506"/>
                    <a:ext cx="679141" cy="26687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6" name="Group 172"/>
              <p:cNvGrpSpPr>
                <a:grpSpLocks/>
              </p:cNvGrpSpPr>
              <p:nvPr/>
            </p:nvGrpSpPr>
            <p:grpSpPr bwMode="auto">
              <a:xfrm>
                <a:off x="3690474" y="5165486"/>
                <a:ext cx="495296" cy="318654"/>
                <a:chOff x="3690474" y="5165486"/>
                <a:chExt cx="495296" cy="318654"/>
              </a:xfrm>
            </p:grpSpPr>
            <p:sp>
              <p:nvSpPr>
                <p:cNvPr id="137" name="Freeform 136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3690043" y="5276188"/>
                  <a:ext cx="495269" cy="207952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138" name="Oval 137">
                  <a:extLst>
                    <a:ext uri="{FF2B5EF4-FFF2-40B4-BE49-F238E27FC236}"/>
                  </a:extLst>
                </p:cNvPr>
                <p:cNvSpPr/>
                <p:nvPr/>
              </p:nvSpPr>
              <p:spPr>
                <a:xfrm>
                  <a:off x="3690043" y="5165069"/>
                  <a:ext cx="495269" cy="206364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139" name="Group 127"/>
                <p:cNvGrpSpPr>
                  <a:grpSpLocks/>
                </p:cNvGrpSpPr>
                <p:nvPr/>
              </p:nvGrpSpPr>
              <p:grpSpPr bwMode="auto">
                <a:xfrm>
                  <a:off x="3763931" y="5191704"/>
                  <a:ext cx="348290" cy="151573"/>
                  <a:chOff x="7786941" y="2884917"/>
                  <a:chExt cx="897649" cy="353919"/>
                </a:xfrm>
              </p:grpSpPr>
              <p:sp>
                <p:nvSpPr>
                  <p:cNvPr id="140" name="Freeform 139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09251" y="2885739"/>
                    <a:ext cx="850972" cy="196447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41" name="Freeform 140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8365656" y="3052534"/>
                    <a:ext cx="319114" cy="170502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42" name="Freeform 141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784704" y="3052534"/>
                    <a:ext cx="310932" cy="170502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43" name="Freeform 142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7891076" y="2970989"/>
                    <a:ext cx="679141" cy="26687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7" name="Group 171"/>
              <p:cNvGrpSpPr>
                <a:grpSpLocks/>
              </p:cNvGrpSpPr>
              <p:nvPr/>
            </p:nvGrpSpPr>
            <p:grpSpPr bwMode="auto">
              <a:xfrm>
                <a:off x="1420616" y="2925605"/>
                <a:ext cx="733407" cy="660273"/>
                <a:chOff x="1420616" y="2925605"/>
                <a:chExt cx="733407" cy="660273"/>
              </a:xfrm>
            </p:grpSpPr>
            <p:pic>
              <p:nvPicPr>
                <p:cNvPr id="135" name="Picture 123" descr="iphone_stylized_small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01597" y="3023679"/>
                  <a:ext cx="241294" cy="5621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6" name="Picture 124" descr="antenna_radiation_stylized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20616" y="2925605"/>
                  <a:ext cx="733407" cy="1519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58" name="Group 4"/>
              <p:cNvGrpSpPr>
                <a:grpSpLocks/>
              </p:cNvGrpSpPr>
              <p:nvPr/>
            </p:nvGrpSpPr>
            <p:grpSpPr bwMode="auto">
              <a:xfrm>
                <a:off x="2122720" y="4373963"/>
                <a:ext cx="534987" cy="407988"/>
                <a:chOff x="2122720" y="4373963"/>
                <a:chExt cx="534987" cy="407988"/>
              </a:xfrm>
            </p:grpSpPr>
            <p:pic>
              <p:nvPicPr>
                <p:cNvPr id="112" name="Picture 100" descr="antenna_stylized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22720" y="437396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101" descr="laptop_keyboard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2148427" y="462244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4" name="Freeform 102"/>
                <p:cNvSpPr>
                  <a:spLocks/>
                </p:cNvSpPr>
                <p:nvPr/>
              </p:nvSpPr>
              <p:spPr bwMode="auto">
                <a:xfrm>
                  <a:off x="2293324" y="4467654"/>
                  <a:ext cx="351919" cy="208167"/>
                </a:xfrm>
                <a:custGeom>
                  <a:avLst/>
                  <a:gdLst>
                    <a:gd name="T0" fmla="*/ 2147483646 w 2982"/>
                    <a:gd name="T1" fmla="*/ 0 h 2442"/>
                    <a:gd name="T2" fmla="*/ 0 w 2982"/>
                    <a:gd name="T3" fmla="*/ 2147483646 h 2442"/>
                    <a:gd name="T4" fmla="*/ 2147483646 w 2982"/>
                    <a:gd name="T5" fmla="*/ 2147483646 h 2442"/>
                    <a:gd name="T6" fmla="*/ 2147483646 w 2982"/>
                    <a:gd name="T7" fmla="*/ 2147483646 h 2442"/>
                    <a:gd name="T8" fmla="*/ 2147483646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pic>
              <p:nvPicPr>
                <p:cNvPr id="115" name="Picture 103" descr="screen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10657" y="447300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6" name="Freeform 104"/>
                <p:cNvSpPr>
                  <a:spLocks/>
                </p:cNvSpPr>
                <p:nvPr/>
              </p:nvSpPr>
              <p:spPr bwMode="auto">
                <a:xfrm>
                  <a:off x="2357398" y="4461513"/>
                  <a:ext cx="298167" cy="38736"/>
                </a:xfrm>
                <a:custGeom>
                  <a:avLst/>
                  <a:gdLst>
                    <a:gd name="T0" fmla="*/ 2147483646 w 2528"/>
                    <a:gd name="T1" fmla="*/ 0 h 455"/>
                    <a:gd name="T2" fmla="*/ 2147483646 w 2528"/>
                    <a:gd name="T3" fmla="*/ 2147483646 h 455"/>
                    <a:gd name="T4" fmla="*/ 2147483646 w 2528"/>
                    <a:gd name="T5" fmla="*/ 2147483646 h 455"/>
                    <a:gd name="T6" fmla="*/ 0 w 2528"/>
                    <a:gd name="T7" fmla="*/ 2147483646 h 455"/>
                    <a:gd name="T8" fmla="*/ 2147483646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7" name="Freeform 105"/>
                <p:cNvSpPr>
                  <a:spLocks/>
                </p:cNvSpPr>
                <p:nvPr/>
              </p:nvSpPr>
              <p:spPr bwMode="auto">
                <a:xfrm>
                  <a:off x="2290208" y="4461198"/>
                  <a:ext cx="82770" cy="161243"/>
                </a:xfrm>
                <a:custGeom>
                  <a:avLst/>
                  <a:gdLst>
                    <a:gd name="T0" fmla="*/ 2147483646 w 702"/>
                    <a:gd name="T1" fmla="*/ 0 h 1893"/>
                    <a:gd name="T2" fmla="*/ 0 w 702"/>
                    <a:gd name="T3" fmla="*/ 2147483646 h 1893"/>
                    <a:gd name="T4" fmla="*/ 2147483646 w 702"/>
                    <a:gd name="T5" fmla="*/ 2147483646 h 1893"/>
                    <a:gd name="T6" fmla="*/ 2147483646 w 702"/>
                    <a:gd name="T7" fmla="*/ 2147483646 h 1893"/>
                    <a:gd name="T8" fmla="*/ 214748364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8" name="Freeform 106"/>
                <p:cNvSpPr>
                  <a:spLocks/>
                </p:cNvSpPr>
                <p:nvPr/>
              </p:nvSpPr>
              <p:spPr bwMode="auto">
                <a:xfrm>
                  <a:off x="2564225" y="4490014"/>
                  <a:ext cx="89197" cy="186122"/>
                </a:xfrm>
                <a:custGeom>
                  <a:avLst/>
                  <a:gdLst>
                    <a:gd name="T0" fmla="*/ 2147483646 w 756"/>
                    <a:gd name="T1" fmla="*/ 0 h 2184"/>
                    <a:gd name="T2" fmla="*/ 2147483646 w 756"/>
                    <a:gd name="T3" fmla="*/ 2147483646 h 2184"/>
                    <a:gd name="T4" fmla="*/ 0 w 756"/>
                    <a:gd name="T5" fmla="*/ 2147483646 h 2184"/>
                    <a:gd name="T6" fmla="*/ 2147483646 w 756"/>
                    <a:gd name="T7" fmla="*/ 2147483646 h 2184"/>
                    <a:gd name="T8" fmla="*/ 2147483646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19" name="Freeform 107"/>
                <p:cNvSpPr>
                  <a:spLocks/>
                </p:cNvSpPr>
                <p:nvPr/>
              </p:nvSpPr>
              <p:spPr bwMode="auto">
                <a:xfrm>
                  <a:off x="2289234" y="4614252"/>
                  <a:ext cx="327185" cy="62828"/>
                </a:xfrm>
                <a:custGeom>
                  <a:avLst/>
                  <a:gdLst>
                    <a:gd name="T0" fmla="*/ 2147483646 w 2773"/>
                    <a:gd name="T1" fmla="*/ 0 h 738"/>
                    <a:gd name="T2" fmla="*/ 0 w 2773"/>
                    <a:gd name="T3" fmla="*/ 2147483646 h 738"/>
                    <a:gd name="T4" fmla="*/ 2147483646 w 2773"/>
                    <a:gd name="T5" fmla="*/ 2147483646 h 738"/>
                    <a:gd name="T6" fmla="*/ 2147483646 w 2773"/>
                    <a:gd name="T7" fmla="*/ 2147483646 h 738"/>
                    <a:gd name="T8" fmla="*/ 2147483646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0" name="Freeform 108"/>
                <p:cNvSpPr>
                  <a:spLocks/>
                </p:cNvSpPr>
                <p:nvPr/>
              </p:nvSpPr>
              <p:spPr bwMode="auto">
                <a:xfrm>
                  <a:off x="2574158" y="449158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147483646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1" name="Freeform 109"/>
                <p:cNvSpPr>
                  <a:spLocks/>
                </p:cNvSpPr>
                <p:nvPr/>
              </p:nvSpPr>
              <p:spPr bwMode="auto">
                <a:xfrm>
                  <a:off x="2289623" y="462259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147483646 w 2216"/>
                    <a:gd name="T3" fmla="*/ 2147483646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22" name="Group 110"/>
                <p:cNvGrpSpPr>
                  <a:grpSpLocks/>
                </p:cNvGrpSpPr>
                <p:nvPr/>
              </p:nvGrpSpPr>
              <p:grpSpPr bwMode="auto">
                <a:xfrm>
                  <a:off x="2284755" y="468889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29" name="Freeform 117"/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0" name="Freeform 118"/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1" name="Freeform 119"/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2" name="Freeform 120"/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3" name="Freeform 121"/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34" name="Freeform 122"/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23" name="Freeform 111"/>
                <p:cNvSpPr>
                  <a:spLocks/>
                </p:cNvSpPr>
                <p:nvPr/>
              </p:nvSpPr>
              <p:spPr bwMode="auto">
                <a:xfrm>
                  <a:off x="2453800" y="4694401"/>
                  <a:ext cx="119578" cy="80936"/>
                </a:xfrm>
                <a:custGeom>
                  <a:avLst/>
                  <a:gdLst>
                    <a:gd name="T0" fmla="*/ 2147483646 w 990"/>
                    <a:gd name="T1" fmla="*/ 2147483646 h 792"/>
                    <a:gd name="T2" fmla="*/ 2147483646 w 990"/>
                    <a:gd name="T3" fmla="*/ 0 h 792"/>
                    <a:gd name="T4" fmla="*/ 2147483646 w 990"/>
                    <a:gd name="T5" fmla="*/ 2147483646 h 792"/>
                    <a:gd name="T6" fmla="*/ 0 w 990"/>
                    <a:gd name="T7" fmla="*/ 2147483646 h 792"/>
                    <a:gd name="T8" fmla="*/ 2147483646 w 990"/>
                    <a:gd name="T9" fmla="*/ 214748364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4" name="Freeform 112"/>
                <p:cNvSpPr>
                  <a:spLocks/>
                </p:cNvSpPr>
                <p:nvPr/>
              </p:nvSpPr>
              <p:spPr bwMode="auto">
                <a:xfrm>
                  <a:off x="2148622" y="4700857"/>
                  <a:ext cx="305957" cy="73850"/>
                </a:xfrm>
                <a:custGeom>
                  <a:avLst/>
                  <a:gdLst>
                    <a:gd name="T0" fmla="*/ 2147483646 w 2532"/>
                    <a:gd name="T1" fmla="*/ 0 h 723"/>
                    <a:gd name="T2" fmla="*/ 2147483646 w 2532"/>
                    <a:gd name="T3" fmla="*/ 0 h 723"/>
                    <a:gd name="T4" fmla="*/ 2147483646 w 2532"/>
                    <a:gd name="T5" fmla="*/ 2147483646 h 723"/>
                    <a:gd name="T6" fmla="*/ 2147483646 w 2532"/>
                    <a:gd name="T7" fmla="*/ 2147483646 h 723"/>
                    <a:gd name="T8" fmla="*/ 0 w 2532"/>
                    <a:gd name="T9" fmla="*/ 2147483646 h 723"/>
                    <a:gd name="T10" fmla="*/ 214748364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5" name="Freeform 113"/>
                <p:cNvSpPr>
                  <a:spLocks/>
                </p:cNvSpPr>
                <p:nvPr/>
              </p:nvSpPr>
              <p:spPr bwMode="auto">
                <a:xfrm>
                  <a:off x="2148817" y="4687315"/>
                  <a:ext cx="3311" cy="14959"/>
                </a:xfrm>
                <a:custGeom>
                  <a:avLst/>
                  <a:gdLst>
                    <a:gd name="T0" fmla="*/ 2147483646 w 26"/>
                    <a:gd name="T1" fmla="*/ 2147483646 h 147"/>
                    <a:gd name="T2" fmla="*/ 2147483646 w 26"/>
                    <a:gd name="T3" fmla="*/ 2147483646 h 147"/>
                    <a:gd name="T4" fmla="*/ 0 w 26"/>
                    <a:gd name="T5" fmla="*/ 2147483646 h 147"/>
                    <a:gd name="T6" fmla="*/ 2147483646 w 26"/>
                    <a:gd name="T7" fmla="*/ 0 h 147"/>
                    <a:gd name="T8" fmla="*/ 2147483646 w 26"/>
                    <a:gd name="T9" fmla="*/ 2147483646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6" name="Freeform 114"/>
                <p:cNvSpPr>
                  <a:spLocks/>
                </p:cNvSpPr>
                <p:nvPr/>
              </p:nvSpPr>
              <p:spPr bwMode="auto">
                <a:xfrm>
                  <a:off x="2149012" y="4626377"/>
                  <a:ext cx="142170" cy="61883"/>
                </a:xfrm>
                <a:custGeom>
                  <a:avLst/>
                  <a:gdLst>
                    <a:gd name="T0" fmla="*/ 2147483646 w 1176"/>
                    <a:gd name="T1" fmla="*/ 0 h 606"/>
                    <a:gd name="T2" fmla="*/ 0 w 1176"/>
                    <a:gd name="T3" fmla="*/ 2147483646 h 606"/>
                    <a:gd name="T4" fmla="*/ 2147483646 w 1176"/>
                    <a:gd name="T5" fmla="*/ 2147483646 h 606"/>
                    <a:gd name="T6" fmla="*/ 2147483646 w 1176"/>
                    <a:gd name="T7" fmla="*/ 2147483646 h 606"/>
                    <a:gd name="T8" fmla="*/ 2147483646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7" name="Freeform 115"/>
                <p:cNvSpPr>
                  <a:spLocks/>
                </p:cNvSpPr>
                <p:nvPr/>
              </p:nvSpPr>
              <p:spPr bwMode="auto">
                <a:xfrm>
                  <a:off x="2158555" y="4690465"/>
                  <a:ext cx="290182" cy="71016"/>
                </a:xfrm>
                <a:custGeom>
                  <a:avLst/>
                  <a:gdLst>
                    <a:gd name="T0" fmla="*/ 2147483646 w 2532"/>
                    <a:gd name="T1" fmla="*/ 0 h 723"/>
                    <a:gd name="T2" fmla="*/ 2147483646 w 2532"/>
                    <a:gd name="T3" fmla="*/ 0 h 723"/>
                    <a:gd name="T4" fmla="*/ 2147483646 w 2532"/>
                    <a:gd name="T5" fmla="*/ 2147483646 h 723"/>
                    <a:gd name="T6" fmla="*/ 2147483646 w 2532"/>
                    <a:gd name="T7" fmla="*/ 2147483646 h 723"/>
                    <a:gd name="T8" fmla="*/ 0 w 2532"/>
                    <a:gd name="T9" fmla="*/ 2147483646 h 723"/>
                    <a:gd name="T10" fmla="*/ 214748364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8" name="Freeform 116"/>
                <p:cNvSpPr>
                  <a:spLocks/>
                </p:cNvSpPr>
                <p:nvPr/>
              </p:nvSpPr>
              <p:spPr bwMode="auto">
                <a:xfrm flipV="1">
                  <a:off x="2448347" y="468542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2147483646 h 723"/>
                    <a:gd name="T6" fmla="*/ 0 w 2532"/>
                    <a:gd name="T7" fmla="*/ 2147483646 h 723"/>
                    <a:gd name="T8" fmla="*/ 0 w 2532"/>
                    <a:gd name="T9" fmla="*/ 214748364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59" name="Group 3"/>
              <p:cNvGrpSpPr>
                <a:grpSpLocks/>
              </p:cNvGrpSpPr>
              <p:nvPr/>
            </p:nvGrpSpPr>
            <p:grpSpPr bwMode="auto">
              <a:xfrm>
                <a:off x="1218461" y="4002333"/>
                <a:ext cx="849312" cy="226109"/>
                <a:chOff x="1218461" y="4002333"/>
                <a:chExt cx="849312" cy="226109"/>
              </a:xfrm>
            </p:grpSpPr>
            <p:pic>
              <p:nvPicPr>
                <p:cNvPr id="110" name="Picture 98" descr="car_icon_small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18461" y="4060167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1" name="Picture 99" descr="antenna_stylized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29941" y="400233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0" name="Group 2"/>
              <p:cNvGrpSpPr>
                <a:grpSpLocks/>
              </p:cNvGrpSpPr>
              <p:nvPr/>
            </p:nvGrpSpPr>
            <p:grpSpPr bwMode="auto">
              <a:xfrm>
                <a:off x="2279702" y="2641080"/>
                <a:ext cx="466245" cy="953439"/>
                <a:chOff x="2279702" y="2641080"/>
                <a:chExt cx="466245" cy="953439"/>
              </a:xfrm>
            </p:grpSpPr>
            <p:grpSp>
              <p:nvGrpSpPr>
                <p:cNvPr id="85" name="Group 73"/>
                <p:cNvGrpSpPr>
                  <a:grpSpLocks/>
                </p:cNvGrpSpPr>
                <p:nvPr/>
              </p:nvGrpSpPr>
              <p:grpSpPr bwMode="auto">
                <a:xfrm>
                  <a:off x="2279702" y="2641080"/>
                  <a:ext cx="466245" cy="434369"/>
                  <a:chOff x="2920" y="1424"/>
                  <a:chExt cx="326" cy="320"/>
                </a:xfrm>
              </p:grpSpPr>
              <p:sp>
                <p:nvSpPr>
                  <p:cNvPr id="102" name="Oval 90"/>
                  <p:cNvSpPr>
                    <a:spLocks noChangeArrowheads="1"/>
                  </p:cNvSpPr>
                  <p:nvPr/>
                </p:nvSpPr>
                <p:spPr bwMode="auto">
                  <a:xfrm>
                    <a:off x="2920" y="1445"/>
                    <a:ext cx="326" cy="289"/>
                  </a:xfrm>
                  <a:prstGeom prst="ellipse">
                    <a:avLst/>
                  </a:prstGeom>
                  <a:noFill/>
                  <a:ln w="12700">
                    <a:solidFill>
                      <a:srgbClr val="011199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800"/>
                  </a:p>
                </p:txBody>
              </p:sp>
              <p:grpSp>
                <p:nvGrpSpPr>
                  <p:cNvPr id="103" name="Group 91"/>
                  <p:cNvGrpSpPr>
                    <a:grpSpLocks/>
                  </p:cNvGrpSpPr>
                  <p:nvPr/>
                </p:nvGrpSpPr>
                <p:grpSpPr bwMode="auto">
                  <a:xfrm>
                    <a:off x="2949" y="1424"/>
                    <a:ext cx="265" cy="280"/>
                    <a:chOff x="2949" y="1424"/>
                    <a:chExt cx="265" cy="280"/>
                  </a:xfrm>
                </p:grpSpPr>
                <p:sp>
                  <p:nvSpPr>
                    <p:cNvPr id="105" name="Oval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0" y="1545"/>
                      <a:ext cx="107" cy="9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111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sz="1800"/>
                    </a:p>
                  </p:txBody>
                </p:sp>
                <p:sp>
                  <p:nvSpPr>
                    <p:cNvPr id="106" name="Oval 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6" y="1525"/>
                      <a:ext cx="154" cy="131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111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sz="1800"/>
                    </a:p>
                  </p:txBody>
                </p:sp>
                <p:sp>
                  <p:nvSpPr>
                    <p:cNvPr id="107" name="Oval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83" y="1501"/>
                      <a:ext cx="203" cy="179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111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sz="1800"/>
                    </a:p>
                  </p:txBody>
                </p:sp>
                <p:sp>
                  <p:nvSpPr>
                    <p:cNvPr id="108" name="Oval 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49" y="1476"/>
                      <a:ext cx="265" cy="228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11199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Char char="n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sz="1800"/>
                    </a:p>
                  </p:txBody>
                </p:sp>
                <p:sp>
                  <p:nvSpPr>
                    <p:cNvPr id="109" name="Freeform 97"/>
                    <p:cNvSpPr>
                      <a:spLocks/>
                    </p:cNvSpPr>
                    <p:nvPr/>
                  </p:nvSpPr>
                  <p:spPr bwMode="auto">
                    <a:xfrm flipV="1">
                      <a:off x="2987" y="1424"/>
                      <a:ext cx="205" cy="143"/>
                    </a:xfrm>
                    <a:custGeom>
                      <a:avLst/>
                      <a:gdLst>
                        <a:gd name="T0" fmla="*/ 0 w 1180"/>
                        <a:gd name="T1" fmla="*/ 0 h 956"/>
                        <a:gd name="T2" fmla="*/ 0 w 1180"/>
                        <a:gd name="T3" fmla="*/ 0 h 956"/>
                        <a:gd name="T4" fmla="*/ 0 w 1180"/>
                        <a:gd name="T5" fmla="*/ 0 h 956"/>
                        <a:gd name="T6" fmla="*/ 0 w 1180"/>
                        <a:gd name="T7" fmla="*/ 0 h 956"/>
                        <a:gd name="T8" fmla="*/ 0 w 1180"/>
                        <a:gd name="T9" fmla="*/ 0 h 956"/>
                        <a:gd name="T10" fmla="*/ 0 w 1180"/>
                        <a:gd name="T11" fmla="*/ 0 h 956"/>
                        <a:gd name="T12" fmla="*/ 0 w 1180"/>
                        <a:gd name="T13" fmla="*/ 0 h 956"/>
                        <a:gd name="T14" fmla="*/ 0 w 1180"/>
                        <a:gd name="T15" fmla="*/ 0 h 956"/>
                        <a:gd name="T16" fmla="*/ 0 w 1180"/>
                        <a:gd name="T17" fmla="*/ 0 h 956"/>
                        <a:gd name="T18" fmla="*/ 0 w 1180"/>
                        <a:gd name="T19" fmla="*/ 0 h 95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0" t="0" r="r" b="b"/>
                      <a:pathLst>
                        <a:path w="1180" h="956">
                          <a:moveTo>
                            <a:pt x="499" y="7"/>
                          </a:moveTo>
                          <a:lnTo>
                            <a:pt x="0" y="780"/>
                          </a:lnTo>
                          <a:lnTo>
                            <a:pt x="134" y="885"/>
                          </a:lnTo>
                          <a:lnTo>
                            <a:pt x="366" y="920"/>
                          </a:lnTo>
                          <a:lnTo>
                            <a:pt x="534" y="956"/>
                          </a:lnTo>
                          <a:lnTo>
                            <a:pt x="829" y="949"/>
                          </a:lnTo>
                          <a:lnTo>
                            <a:pt x="1096" y="850"/>
                          </a:lnTo>
                          <a:lnTo>
                            <a:pt x="1180" y="801"/>
                          </a:lnTo>
                          <a:lnTo>
                            <a:pt x="668" y="0"/>
                          </a:lnTo>
                          <a:lnTo>
                            <a:pt x="499" y="7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IN"/>
                    </a:p>
                  </p:txBody>
                </p:sp>
              </p:grpSp>
              <p:sp>
                <p:nvSpPr>
                  <p:cNvPr id="104" name="Freeform 92"/>
                  <p:cNvSpPr>
                    <a:spLocks/>
                  </p:cNvSpPr>
                  <p:nvPr/>
                </p:nvSpPr>
                <p:spPr bwMode="auto">
                  <a:xfrm>
                    <a:off x="2995" y="1615"/>
                    <a:ext cx="178" cy="129"/>
                  </a:xfrm>
                  <a:custGeom>
                    <a:avLst/>
                    <a:gdLst>
                      <a:gd name="T0" fmla="*/ 0 w 1180"/>
                      <a:gd name="T1" fmla="*/ 0 h 956"/>
                      <a:gd name="T2" fmla="*/ 0 w 1180"/>
                      <a:gd name="T3" fmla="*/ 0 h 956"/>
                      <a:gd name="T4" fmla="*/ 0 w 1180"/>
                      <a:gd name="T5" fmla="*/ 0 h 956"/>
                      <a:gd name="T6" fmla="*/ 0 w 1180"/>
                      <a:gd name="T7" fmla="*/ 0 h 956"/>
                      <a:gd name="T8" fmla="*/ 0 w 1180"/>
                      <a:gd name="T9" fmla="*/ 0 h 956"/>
                      <a:gd name="T10" fmla="*/ 0 w 1180"/>
                      <a:gd name="T11" fmla="*/ 0 h 956"/>
                      <a:gd name="T12" fmla="*/ 0 w 1180"/>
                      <a:gd name="T13" fmla="*/ 0 h 956"/>
                      <a:gd name="T14" fmla="*/ 0 w 1180"/>
                      <a:gd name="T15" fmla="*/ 0 h 956"/>
                      <a:gd name="T16" fmla="*/ 0 w 1180"/>
                      <a:gd name="T17" fmla="*/ 0 h 956"/>
                      <a:gd name="T18" fmla="*/ 0 w 1180"/>
                      <a:gd name="T19" fmla="*/ 0 h 95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180" h="956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9050" cmpd="sng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86" name="Group 74"/>
                <p:cNvGrpSpPr>
                  <a:grpSpLocks/>
                </p:cNvGrpSpPr>
                <p:nvPr/>
              </p:nvGrpSpPr>
              <p:grpSpPr bwMode="auto">
                <a:xfrm>
                  <a:off x="2331286" y="2880642"/>
                  <a:ext cx="375668" cy="713877"/>
                  <a:chOff x="3130" y="3288"/>
                  <a:chExt cx="410" cy="742"/>
                </a:xfrm>
              </p:grpSpPr>
              <p:sp>
                <p:nvSpPr>
                  <p:cNvPr id="87" name="Line 270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0" y="3288"/>
                    <a:ext cx="204" cy="673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88" name="Line 271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34" y="3288"/>
                    <a:ext cx="204" cy="67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89" name="Line 272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30" y="3958"/>
                    <a:ext cx="204" cy="73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0" name="Line 273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34" y="3958"/>
                    <a:ext cx="204" cy="73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1" name="Line 274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34" y="3303"/>
                    <a:ext cx="0" cy="72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2" name="Line 275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30" y="3889"/>
                    <a:ext cx="204" cy="73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3" name="Line 276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34" y="3889"/>
                    <a:ext cx="204" cy="69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4" name="Line 277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17" y="3668"/>
                    <a:ext cx="118" cy="56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5" name="Line 278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4" y="3668"/>
                    <a:ext cx="123" cy="56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6" name="Line 279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78" y="3767"/>
                    <a:ext cx="151" cy="7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7" name="Line 280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4" y="3781"/>
                    <a:ext cx="152" cy="66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8" name="Line 281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4" y="3567"/>
                    <a:ext cx="78" cy="2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99" name="Line 282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4" y="3428"/>
                    <a:ext cx="49" cy="21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100" name="Line 283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46" y="3559"/>
                    <a:ext cx="95" cy="36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  <p:sp>
                <p:nvSpPr>
                  <p:cNvPr id="101" name="Line 284">
                    <a:extLst>
                      <a:ext uri="{FF2B5EF4-FFF2-40B4-BE49-F238E27FC236}"/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89" y="3422"/>
                    <a:ext cx="54" cy="36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/>
                  </a:extLst>
                </p:spPr>
                <p:txBody>
                  <a:bodyPr wrap="none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eaLnBrk="0" hangingPunct="0">
                      <a:defRPr/>
                    </a:pPr>
                    <a:endParaRPr lang="en-US" kern="0" dirty="0">
                      <a:solidFill>
                        <a:srgbClr val="000000"/>
                      </a:solidFill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61" name="Group 1"/>
              <p:cNvGrpSpPr>
                <a:grpSpLocks/>
              </p:cNvGrpSpPr>
              <p:nvPr/>
            </p:nvGrpSpPr>
            <p:grpSpPr bwMode="auto">
              <a:xfrm>
                <a:off x="2401158" y="3449954"/>
                <a:ext cx="767148" cy="417298"/>
                <a:chOff x="2401158" y="3449954"/>
                <a:chExt cx="767148" cy="417298"/>
              </a:xfrm>
            </p:grpSpPr>
            <p:grpSp>
              <p:nvGrpSpPr>
                <p:cNvPr id="62" name="Group 50"/>
                <p:cNvGrpSpPr>
                  <a:grpSpLocks/>
                </p:cNvGrpSpPr>
                <p:nvPr/>
              </p:nvGrpSpPr>
              <p:grpSpPr bwMode="auto">
                <a:xfrm>
                  <a:off x="2401158" y="3449954"/>
                  <a:ext cx="767148" cy="417298"/>
                  <a:chOff x="1465684" y="2997075"/>
                  <a:chExt cx="1771786" cy="957087"/>
                </a:xfrm>
              </p:grpSpPr>
              <p:sp>
                <p:nvSpPr>
                  <p:cNvPr id="83" name="Freeform 82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1465490" y="3330010"/>
                    <a:ext cx="1770784" cy="62257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     </a:t>
                    </a:r>
                  </a:p>
                </p:txBody>
              </p:sp>
              <p:sp>
                <p:nvSpPr>
                  <p:cNvPr id="84" name="Oval 83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1465490" y="2998696"/>
                    <a:ext cx="1770784" cy="618935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</a:t>
                    </a:r>
                  </a:p>
                </p:txBody>
              </p:sp>
            </p:grpSp>
            <p:grpSp>
              <p:nvGrpSpPr>
                <p:cNvPr id="63" name="Group 51"/>
                <p:cNvGrpSpPr>
                  <a:grpSpLocks/>
                </p:cNvGrpSpPr>
                <p:nvPr/>
              </p:nvGrpSpPr>
              <p:grpSpPr bwMode="auto">
                <a:xfrm>
                  <a:off x="2606318" y="3463852"/>
                  <a:ext cx="332706" cy="241524"/>
                  <a:chOff x="1968091" y="3022600"/>
                  <a:chExt cx="768409" cy="553944"/>
                </a:xfrm>
              </p:grpSpPr>
              <p:grpSp>
                <p:nvGrpSpPr>
                  <p:cNvPr id="64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2032000" y="3022600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81" name="Parallelogram 80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>
                      <a:off x="2433639" y="2484423"/>
                      <a:ext cx="774472" cy="1017803"/>
                    </a:xfrm>
                    <a:prstGeom prst="parallelogram">
                      <a:avLst>
                        <a:gd name="adj" fmla="val 62205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82" name="Parallelogram 81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>
                      <a:off x="2564536" y="2560068"/>
                      <a:ext cx="610854" cy="942158"/>
                    </a:xfrm>
                    <a:prstGeom prst="parallelogram">
                      <a:avLst>
                        <a:gd name="adj" fmla="val 72206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</p:grpSp>
              <p:grpSp>
                <p:nvGrpSpPr>
                  <p:cNvPr id="65" name="Group 53"/>
                  <p:cNvGrpSpPr>
                    <a:grpSpLocks/>
                  </p:cNvGrpSpPr>
                  <p:nvPr/>
                </p:nvGrpSpPr>
                <p:grpSpPr bwMode="auto">
                  <a:xfrm flipH="1">
                    <a:off x="2441575" y="3032125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79" name="Parallelogram 78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>
                      <a:off x="2437116" y="2487061"/>
                      <a:ext cx="774472" cy="1017803"/>
                    </a:xfrm>
                    <a:prstGeom prst="parallelogram">
                      <a:avLst>
                        <a:gd name="adj" fmla="val 62205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80" name="Parallelogram 79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>
                      <a:off x="2568013" y="2562711"/>
                      <a:ext cx="610854" cy="942153"/>
                    </a:xfrm>
                    <a:prstGeom prst="parallelogram">
                      <a:avLst>
                        <a:gd name="adj" fmla="val 72206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</p:grpSp>
              <p:sp>
                <p:nvSpPr>
                  <p:cNvPr id="66" name="Parallelogram 65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 flipV="1">
                    <a:off x="2054995" y="3130695"/>
                    <a:ext cx="626924" cy="61895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67" name="Parallelogram 66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 rot="17056647">
                    <a:off x="2079716" y="3186964"/>
                    <a:ext cx="254855" cy="47660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68" name="Parallelogram 67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 rot="17384936" flipV="1">
                    <a:off x="1989333" y="3141441"/>
                    <a:ext cx="94661" cy="51327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69" name="Parallelogram 68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>
                    <a:off x="2029332" y="3163464"/>
                    <a:ext cx="652587" cy="47329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70" name="Parallelogram 69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 rot="4215064" flipH="1" flipV="1">
                    <a:off x="2629089" y="3146914"/>
                    <a:ext cx="94661" cy="47660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71" name="Parallelogram 70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 rot="4492456">
                    <a:off x="2398675" y="3197885"/>
                    <a:ext cx="254855" cy="47662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  <p:grpSp>
                <p:nvGrpSpPr>
                  <p:cNvPr id="72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1968091" y="3322545"/>
                    <a:ext cx="768409" cy="96354"/>
                    <a:chOff x="1968092" y="3319370"/>
                    <a:chExt cx="677104" cy="96354"/>
                  </a:xfrm>
                </p:grpSpPr>
                <p:sp>
                  <p:nvSpPr>
                    <p:cNvPr id="75" name="Parallelogram 74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 flipV="1">
                      <a:off x="2012364" y="3331406"/>
                      <a:ext cx="626733" cy="58253"/>
                    </a:xfrm>
                    <a:prstGeom prst="parallelogram">
                      <a:avLst>
                        <a:gd name="adj" fmla="val 30290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76" name="Parallelogram 75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 rot="17384936" flipV="1">
                      <a:off x="1945648" y="3341972"/>
                      <a:ext cx="94661" cy="51689"/>
                    </a:xfrm>
                    <a:prstGeom prst="parallelogram">
                      <a:avLst>
                        <a:gd name="adj" fmla="val 30290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77" name="Parallelogram 76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>
                      <a:off x="1986519" y="3364175"/>
                      <a:ext cx="652578" cy="43690"/>
                    </a:xfrm>
                    <a:prstGeom prst="parallelogram">
                      <a:avLst>
                        <a:gd name="adj" fmla="val 30290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  <p:sp>
                  <p:nvSpPr>
                    <p:cNvPr id="78" name="Parallelogram 77">
                      <a:extLst>
                        <a:ext uri="{FF2B5EF4-FFF2-40B4-BE49-F238E27FC236}"/>
                      </a:extLst>
                    </p:cNvPr>
                    <p:cNvSpPr/>
                    <p:nvPr/>
                  </p:nvSpPr>
                  <p:spPr>
                    <a:xfrm rot="4215064" flipH="1" flipV="1">
                      <a:off x="2578843" y="3348433"/>
                      <a:ext cx="94661" cy="38767"/>
                    </a:xfrm>
                    <a:prstGeom prst="parallelogram">
                      <a:avLst>
                        <a:gd name="adj" fmla="val 30290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defRPr/>
                      </a:pPr>
                      <a:endParaRPr lang="en-US" dirty="0"/>
                    </a:p>
                  </p:txBody>
                </p:sp>
              </p:grpSp>
              <p:sp>
                <p:nvSpPr>
                  <p:cNvPr id="73" name="Parallelogram 72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 rot="4389628">
                    <a:off x="2497334" y="3368978"/>
                    <a:ext cx="160195" cy="54992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74" name="Parallelogram 73">
                    <a:extLst>
                      <a:ext uri="{FF2B5EF4-FFF2-40B4-BE49-F238E27FC236}"/>
                    </a:extLst>
                  </p:cNvPr>
                  <p:cNvSpPr/>
                  <p:nvPr/>
                </p:nvSpPr>
                <p:spPr>
                  <a:xfrm rot="17068257">
                    <a:off x="2026555" y="3363556"/>
                    <a:ext cx="254855" cy="43995"/>
                  </a:xfrm>
                  <a:prstGeom prst="parallelogram">
                    <a:avLst>
                      <a:gd name="adj" fmla="val 30290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/>
                    </a:pPr>
                    <a:endParaRPr lang="en-US" dirty="0"/>
                  </a:p>
                </p:txBody>
              </p:sp>
            </p:grpSp>
          </p:grpSp>
        </p:grpSp>
        <p:pic>
          <p:nvPicPr>
            <p:cNvPr id="47" name="Picture 47" descr="A close up of text on a white background&#10;&#10;Description automatically generated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4883150"/>
              <a:ext cx="1050925" cy="989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48" descr="A close up of text on a white background&#10;&#10;Description automatically generated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4875" y="5394325"/>
              <a:ext cx="771525" cy="723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Picture 49" descr="A close up of text on a white background&#10;&#10;Description automatically generated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8488" y="5608638"/>
              <a:ext cx="522287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2792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84825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 smtClean="0"/>
              <a:t>Long Term Evolution(LTE) </a:t>
            </a:r>
            <a:r>
              <a:rPr lang="en-US" altLang="en-US" sz="3600" dirty="0"/>
              <a:t>: </a:t>
            </a:r>
            <a:r>
              <a:rPr lang="en-US" altLang="en-US" sz="3600" dirty="0" smtClean="0"/>
              <a:t>4G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222" y="762000"/>
            <a:ext cx="88100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</a:pPr>
            <a:r>
              <a:rPr lang="en-US" altLang="en-US" sz="2900" dirty="0"/>
              <a:t>Long-Term Evolution (LTE) uses “all IP” approach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r>
              <a:rPr lang="en-US" altLang="en-US" dirty="0" smtClean="0"/>
              <a:t> Everything </a:t>
            </a:r>
            <a:r>
              <a:rPr lang="en-US" altLang="en-US" dirty="0"/>
              <a:t>over IP, including </a:t>
            </a:r>
            <a:r>
              <a:rPr lang="en-US" altLang="en-US" dirty="0" smtClean="0"/>
              <a:t>voice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r>
              <a:rPr lang="en-US" altLang="en-US" dirty="0" smtClean="0"/>
              <a:t> S-GW </a:t>
            </a:r>
            <a:r>
              <a:rPr lang="en-US" altLang="en-US" dirty="0"/>
              <a:t>(Serving Gateway) replaced SGSN, P-GW replaces GGSN</a:t>
            </a:r>
          </a:p>
          <a:p>
            <a:pPr lvl="1">
              <a:spcBef>
                <a:spcPts val="550"/>
              </a:spcBef>
              <a:buSzPct val="70000"/>
              <a:buFont typeface="Wingdings 2" panose="05020102010507070707" pitchFamily="18" charset="2"/>
              <a:buChar char=""/>
            </a:pPr>
            <a:endParaRPr lang="en-US" altLang="en-US" dirty="0"/>
          </a:p>
        </p:txBody>
      </p:sp>
      <p:pic>
        <p:nvPicPr>
          <p:cNvPr id="183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01" t="-70" r="-8501"/>
          <a:stretch>
            <a:fillRect/>
          </a:stretch>
        </p:blipFill>
        <p:spPr bwMode="auto">
          <a:xfrm>
            <a:off x="551384" y="2060848"/>
            <a:ext cx="10369152" cy="45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529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Questions?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863752" y="2852936"/>
            <a:ext cx="41404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</a:rPr>
              <a:t>Thank  You</a:t>
            </a:r>
            <a:endParaRPr lang="en-IN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4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26847</TotalTime>
  <Words>469</Words>
  <Application>Microsoft Office PowerPoint</Application>
  <PresentationFormat>Widescreen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ＭＳ Ｐゴシック</vt:lpstr>
      <vt:lpstr>Arial</vt:lpstr>
      <vt:lpstr>Calibri</vt:lpstr>
      <vt:lpstr>Corbel</vt:lpstr>
      <vt:lpstr>Euphemia</vt:lpstr>
      <vt:lpstr>Mangal</vt:lpstr>
      <vt:lpstr>Times New Roman</vt:lpstr>
      <vt:lpstr>Wingdings</vt:lpstr>
      <vt:lpstr>Wingdings 2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383</cp:revision>
  <dcterms:created xsi:type="dcterms:W3CDTF">2018-05-13T16:49:43Z</dcterms:created>
  <dcterms:modified xsi:type="dcterms:W3CDTF">2025-11-04T06:46:13Z</dcterms:modified>
</cp:coreProperties>
</file>