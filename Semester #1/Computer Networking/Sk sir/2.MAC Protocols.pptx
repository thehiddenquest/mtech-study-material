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65" r:id="rId2"/>
    <p:sldId id="425" r:id="rId3"/>
    <p:sldId id="492" r:id="rId4"/>
    <p:sldId id="493" r:id="rId5"/>
    <p:sldId id="494" r:id="rId6"/>
    <p:sldId id="495" r:id="rId7"/>
    <p:sldId id="496" r:id="rId8"/>
    <p:sldId id="497" r:id="rId9"/>
    <p:sldId id="498" r:id="rId10"/>
    <p:sldId id="499" r:id="rId11"/>
    <p:sldId id="500" r:id="rId12"/>
    <p:sldId id="41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6816" userDrawn="1">
          <p15:clr>
            <a:srgbClr val="A4A3A4"/>
          </p15:clr>
        </p15:guide>
        <p15:guide id="3" pos="816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8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93D81CF-94F2-401A-BA57-92F5A7B2D0C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932" autoAdjust="0"/>
    <p:restoredTop sz="79589" autoAdjust="0"/>
  </p:normalViewPr>
  <p:slideViewPr>
    <p:cSldViewPr>
      <p:cViewPr varScale="1">
        <p:scale>
          <a:sx n="61" d="100"/>
          <a:sy n="61" d="100"/>
        </p:scale>
        <p:origin x="48" y="256"/>
      </p:cViewPr>
      <p:guideLst>
        <p:guide pos="3840"/>
        <p:guide pos="6816"/>
        <p:guide pos="81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95" d="100"/>
          <a:sy n="95" d="100"/>
        </p:scale>
        <p:origin x="357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A5F0D-C1DC-412F-A146-DDB3A74B588F}" type="datetimeFigureOut">
              <a:rPr lang="en-US"/>
              <a:pPr/>
              <a:t>9/2/2025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E14B8-3CC9-472D-9BC5-A84D80684DE2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7827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DE508-72C8-4AB5-AA9C-1584D31690E0}" type="datetimeFigureOut">
              <a:rPr lang="en-US"/>
              <a:pPr/>
              <a:t>9/2/2025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667E1-E601-4AAF-B95C-B25720D70A60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113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We celebrate Christmas to remember the birth of </a:t>
            </a:r>
            <a:r>
              <a:rPr lang="en-IN" smtClean="0"/>
              <a:t>Jesus Christ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06129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EA8AD8-FE0C-4A7E-A6D5-7DC9E6847441}" type="slidenum">
              <a:rPr lang="en-US" altLang="en-US" sz="1200"/>
              <a:pPr eaLnBrk="1" hangingPunct="1"/>
              <a:t>2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24291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EA8AD8-FE0C-4A7E-A6D5-7DC9E6847441}" type="slidenum">
              <a:rPr lang="en-US" altLang="en-US" sz="1200"/>
              <a:pPr eaLnBrk="1" hangingPunct="1"/>
              <a:t>3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43309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EA8AD8-FE0C-4A7E-A6D5-7DC9E6847441}" type="slidenum">
              <a:rPr lang="en-US" altLang="en-US" sz="1200"/>
              <a:pPr eaLnBrk="1" hangingPunct="1"/>
              <a:t>4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16084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EA8AD8-FE0C-4A7E-A6D5-7DC9E6847441}" type="slidenum">
              <a:rPr lang="en-US" altLang="en-US" sz="1200"/>
              <a:pPr eaLnBrk="1" hangingPunct="1"/>
              <a:t>5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61471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EA8AD8-FE0C-4A7E-A6D5-7DC9E6847441}" type="slidenum">
              <a:rPr lang="en-US" altLang="en-US" sz="1200"/>
              <a:pPr eaLnBrk="1" hangingPunct="1"/>
              <a:t>6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46869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EA8AD8-FE0C-4A7E-A6D5-7DC9E6847441}" type="slidenum">
              <a:rPr lang="en-US" altLang="en-US" sz="1200"/>
              <a:pPr eaLnBrk="1" hangingPunct="1"/>
              <a:t>7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7092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EA8AD8-FE0C-4A7E-A6D5-7DC9E6847441}" type="slidenum">
              <a:rPr lang="en-US" altLang="en-US" sz="1200"/>
              <a:pPr eaLnBrk="1" hangingPunct="1"/>
              <a:t>8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3552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EA8AD8-FE0C-4A7E-A6D5-7DC9E6847441}" type="slidenum">
              <a:rPr lang="en-US" altLang="en-US" sz="1200"/>
              <a:pPr eaLnBrk="1" hangingPunct="1"/>
              <a:t>9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97960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EA8AD8-FE0C-4A7E-A6D5-7DC9E6847441}" type="slidenum">
              <a:rPr lang="en-US" altLang="en-US" sz="1200"/>
              <a:pPr eaLnBrk="1" hangingPunct="1"/>
              <a:t>10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1099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EA8AD8-FE0C-4A7E-A6D5-7DC9E6847441}" type="slidenum">
              <a:rPr lang="en-US" altLang="en-US" sz="1200"/>
              <a:pPr eaLnBrk="1" hangingPunct="1"/>
              <a:t>11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07777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EA8AD8-FE0C-4A7E-A6D5-7DC9E6847441}" type="slidenum">
              <a:rPr lang="en-US" altLang="en-US" sz="1200"/>
              <a:pPr eaLnBrk="1" hangingPunct="1"/>
              <a:t>12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4055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un rising over grassy hill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" y="0"/>
            <a:ext cx="12188699" cy="47993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 bwMode="ltGray">
          <a:xfrm>
            <a:off x="-2" y="4754880"/>
            <a:ext cx="12192002" cy="210312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 bwMode="white">
          <a:xfrm>
            <a:off x="-127" y="4724400"/>
            <a:ext cx="12188826" cy="76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99" y="4800600"/>
            <a:ext cx="9144002" cy="11430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943600"/>
            <a:ext cx="9144002" cy="7620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82882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6pPr>
              <a:defRPr/>
            </a:lvl6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9/2/2025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5934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0" y="0"/>
            <a:ext cx="12188826" cy="4572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-1" y="411480"/>
            <a:ext cx="12188826" cy="457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43000"/>
            <a:ext cx="9144000" cy="2667000"/>
          </a:xfrm>
        </p:spPr>
        <p:txBody>
          <a:bodyPr anchor="b">
            <a:normAutofit/>
          </a:bodyPr>
          <a:lstStyle>
            <a:lvl1pPr algn="ctr">
              <a:defRPr sz="52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3810000"/>
            <a:ext cx="9144000" cy="114300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400" cap="none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9/2/2025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58437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ernate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43000"/>
            <a:ext cx="9144000" cy="2667000"/>
          </a:xfrm>
        </p:spPr>
        <p:txBody>
          <a:bodyPr anchor="b">
            <a:normAutofit/>
          </a:bodyPr>
          <a:lstStyle>
            <a:lvl1pPr algn="ctr">
              <a:defRPr sz="5200" b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3810000"/>
            <a:ext cx="9144000" cy="114300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4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583DDF-CA54-461A-A486-592D2374C532}" type="datetimeFigureOut">
              <a:rPr lang="en-US"/>
              <a:pPr/>
              <a:t>9/2/2025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43280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41120" y="1901952"/>
            <a:ext cx="4572000" cy="412394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80" y="1901952"/>
            <a:ext cx="4572000" cy="412394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7D43D-6574-4C7B-808D-C6C12215A4D4}" type="datetimeFigureOut">
              <a:rPr lang="en-US"/>
              <a:pPr/>
              <a:t>9/2/2025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CE5F2-81AA-4605-B028-6FBA391056A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7078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1120" y="466344"/>
            <a:ext cx="9509760" cy="12344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112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888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7888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9/2/2025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7080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9/2/2025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2011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583DDF-CA54-461A-A486-592D2374C532}" type="datetimeFigureOut">
              <a:rPr lang="en-US"/>
              <a:pPr/>
              <a:t>9/2/2025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900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12" y="2362200"/>
            <a:ext cx="3200400" cy="1990725"/>
          </a:xfrm>
        </p:spPr>
        <p:txBody>
          <a:bodyPr anchor="b">
            <a:normAutofit/>
          </a:bodyPr>
          <a:lstStyle>
            <a:lvl1pPr>
              <a:defRPr sz="34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0412" y="4367308"/>
            <a:ext cx="3200400" cy="1622012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4212" y="685800"/>
            <a:ext cx="7239001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9/2/2025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5946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lternate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0" y="0"/>
            <a:ext cx="4873752" cy="68580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12" y="2362200"/>
            <a:ext cx="3200400" cy="1990725"/>
          </a:xfrm>
        </p:spPr>
        <p:txBody>
          <a:bodyPr anchor="b">
            <a:normAutofit/>
          </a:bodyPr>
          <a:lstStyle>
            <a:lvl1pPr>
              <a:defRPr sz="34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0412" y="4367308"/>
            <a:ext cx="3200400" cy="1622012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2892" y="685800"/>
            <a:ext cx="6370320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583DDF-CA54-461A-A486-592D2374C532}" type="datetimeFigureOut">
              <a:rPr lang="en-US"/>
              <a:pPr/>
              <a:t>9/2/2025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30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7315200" y="0"/>
            <a:ext cx="4873752" cy="68580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3214" y="2362200"/>
            <a:ext cx="3200400" cy="1993392"/>
          </a:xfrm>
        </p:spPr>
        <p:txBody>
          <a:bodyPr anchor="b">
            <a:normAutofit/>
          </a:bodyPr>
          <a:lstStyle>
            <a:lvl1pPr>
              <a:defRPr sz="34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0" y="0"/>
            <a:ext cx="7315200" cy="6858000"/>
          </a:xfrm>
          <a:solidFill>
            <a:schemeClr val="bg2">
              <a:lumMod val="90000"/>
            </a:schemeClr>
          </a:solidFill>
        </p:spPr>
        <p:txBody>
          <a:bodyPr/>
          <a:lstStyle>
            <a:lvl1pPr marL="0" indent="0" algn="ctr">
              <a:buNone/>
              <a:defRPr sz="320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3214" y="4355592"/>
            <a:ext cx="3200400" cy="1644614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9/2/2025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173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9/2/2025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8572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9/2/2025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1558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1587" y="6583680"/>
            <a:ext cx="12188826" cy="27432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1587" y="6583680"/>
            <a:ext cx="12188826" cy="457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901952"/>
            <a:ext cx="9509760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41120" y="6601968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2"/>
                </a:solidFill>
              </a:defRPr>
            </a:lvl1pPr>
          </a:lstStyle>
          <a:p>
            <a:fld id="{9E583DDF-CA54-461A-A486-592D2374C532}" type="datetimeFigureOut">
              <a:rPr lang="en-US" smtClean="0"/>
              <a:pPr/>
              <a:t>9/2/2025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10800" y="6601968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2"/>
                </a:solidFill>
              </a:defRPr>
            </a:lvl1pPr>
          </a:lstStyle>
          <a:p>
            <a:fld id="{CA8D9AD5-F248-4919-864A-CFD76CC027D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760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2" r:id="rId4"/>
    <p:sldLayoutId id="2147483661" r:id="rId5"/>
    <p:sldLayoutId id="2147483653" r:id="rId6"/>
    <p:sldLayoutId id="2147483654" r:id="rId7"/>
    <p:sldLayoutId id="2147483655" r:id="rId8"/>
    <p:sldLayoutId id="2147483656" r:id="rId9"/>
    <p:sldLayoutId id="2147483663" r:id="rId10"/>
    <p:sldLayoutId id="2147483657" r:id="rId11"/>
    <p:sldLayoutId id="2147483658" r:id="rId12"/>
    <p:sldLayoutId id="2147483659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itchFamily="34" charset="0"/>
        <a:buNone/>
        <a:defRPr sz="3400" kern="1200">
          <a:solidFill>
            <a:schemeClr val="tx2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2"/>
        </a:buClr>
        <a:buSzPct val="80000"/>
        <a:buFont typeface="Wingdings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SzPct val="80000"/>
        <a:buFont typeface="Wingdings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360">
          <p15:clr>
            <a:srgbClr val="F26B43"/>
          </p15:clr>
        </p15:guide>
        <p15:guide id="2" pos="40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5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6.png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99" y="4941168"/>
            <a:ext cx="9144002" cy="1143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Dr. Sunirmal Khatua</a:t>
            </a:r>
            <a:endParaRPr lang="en-US" sz="2800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522413" y="6094286"/>
            <a:ext cx="9144002" cy="762000"/>
          </a:xfrm>
        </p:spPr>
        <p:txBody>
          <a:bodyPr>
            <a:normAutofit/>
          </a:bodyPr>
          <a:lstStyle/>
          <a:p>
            <a:r>
              <a:rPr lang="en-US" sz="1600" i="1" dirty="0" err="1" smtClean="0">
                <a:latin typeface="Times New Roman" pitchFamily="18" charset="0"/>
                <a:cs typeface="Times New Roman" pitchFamily="18" charset="0"/>
              </a:rPr>
              <a:t>Visvesvaraya</a:t>
            </a:r>
            <a:r>
              <a:rPr lang="en-US" sz="1600" i="1" dirty="0" smtClean="0">
                <a:latin typeface="Times New Roman" pitchFamily="18" charset="0"/>
                <a:cs typeface="Times New Roman" pitchFamily="18" charset="0"/>
              </a:rPr>
              <a:t> Young Faculty Fellow, Govt. of India</a:t>
            </a:r>
          </a:p>
          <a:p>
            <a:r>
              <a:rPr lang="en-US" sz="1600" i="1" dirty="0" smtClean="0">
                <a:latin typeface="Times New Roman" pitchFamily="18" charset="0"/>
                <a:cs typeface="Times New Roman" pitchFamily="18" charset="0"/>
              </a:rPr>
              <a:t>Assistant Professor, University of Calcutta</a:t>
            </a:r>
            <a:endParaRPr lang="en-US" sz="16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ubtitle 3"/>
          <p:cNvSpPr txBox="1">
            <a:spLocks/>
          </p:cNvSpPr>
          <p:nvPr/>
        </p:nvSpPr>
        <p:spPr>
          <a:xfrm>
            <a:off x="1523968" y="5187280"/>
            <a:ext cx="9144002" cy="76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en-US" b="0" i="1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Presented</a:t>
            </a:r>
            <a:r>
              <a:rPr kumimoji="0" lang="en-US" b="0" i="1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By</a:t>
            </a:r>
            <a:endParaRPr kumimoji="0" lang="en-US" b="0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392" y="377949"/>
            <a:ext cx="11914264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en-US" sz="40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Communication Protocol Stack</a:t>
            </a:r>
            <a:endParaRPr lang="en-IN" sz="40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  <a:p>
            <a:pPr algn="r"/>
            <a:endParaRPr lang="en-IN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98809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/>
              <a:t>Protocol Stack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9468" y="1124744"/>
            <a:ext cx="5287113" cy="272453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8" y="1484784"/>
            <a:ext cx="6431837" cy="440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74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/>
              <a:t>Protocol Stack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8" y="1484784"/>
            <a:ext cx="6431837" cy="4407790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6892663" y="1052736"/>
            <a:ext cx="4952044" cy="2440605"/>
            <a:chOff x="6892663" y="1052736"/>
            <a:chExt cx="4952044" cy="2440605"/>
          </a:xfrm>
        </p:grpSpPr>
        <p:pic>
          <p:nvPicPr>
            <p:cNvPr id="6" name="Picture 8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34371" y="1052736"/>
              <a:ext cx="4910336" cy="1600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Rectangle 2"/>
            <p:cNvSpPr/>
            <p:nvPr/>
          </p:nvSpPr>
          <p:spPr>
            <a:xfrm>
              <a:off x="6892663" y="2847010"/>
              <a:ext cx="4901278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buFont typeface="Arial" charset="0"/>
                <a:buNone/>
                <a:defRPr/>
              </a:pPr>
              <a:r>
                <a:rPr lang="en-US" b="1" dirty="0" smtClean="0">
                  <a:solidFill>
                    <a:srgbClr val="FF0000"/>
                  </a:solidFill>
                </a:rPr>
                <a:t>Baseband Communication using Line Encoding</a:t>
              </a:r>
              <a:r>
                <a:rPr lang="en-US" b="1" dirty="0" smtClean="0">
                  <a:solidFill>
                    <a:srgbClr val="0070C0"/>
                  </a:solidFill>
                </a:rPr>
                <a:t>:</a:t>
              </a:r>
            </a:p>
            <a:p>
              <a:pPr>
                <a:buFont typeface="Arial" charset="0"/>
                <a:buNone/>
                <a:defRPr/>
              </a:pPr>
              <a:r>
                <a:rPr lang="en-US" b="1" dirty="0" smtClean="0">
                  <a:solidFill>
                    <a:srgbClr val="0070C0"/>
                  </a:solidFill>
                </a:rPr>
                <a:t>NRZ, Manchester and  Differential Manchester</a:t>
              </a:r>
              <a:endParaRPr lang="en-US" b="1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6888088" y="4221088"/>
            <a:ext cx="4960664" cy="2160240"/>
            <a:chOff x="6888088" y="4221088"/>
            <a:chExt cx="4960664" cy="2160240"/>
          </a:xfrm>
        </p:grpSpPr>
        <p:pic>
          <p:nvPicPr>
            <p:cNvPr id="7" name="Picture 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2432" y="4221088"/>
              <a:ext cx="4766320" cy="13925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Rectangle 8"/>
            <p:cNvSpPr/>
            <p:nvPr/>
          </p:nvSpPr>
          <p:spPr>
            <a:xfrm>
              <a:off x="6888088" y="5734997"/>
              <a:ext cx="4766626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buFont typeface="Arial" charset="0"/>
                <a:buNone/>
                <a:defRPr/>
              </a:pPr>
              <a:r>
                <a:rPr lang="en-US" b="1" dirty="0" smtClean="0">
                  <a:solidFill>
                    <a:srgbClr val="FF0000"/>
                  </a:solidFill>
                </a:rPr>
                <a:t>Broadband Communication using Modulation</a:t>
              </a:r>
              <a:r>
                <a:rPr lang="en-US" b="1" dirty="0" smtClean="0">
                  <a:solidFill>
                    <a:srgbClr val="0070C0"/>
                  </a:solidFill>
                </a:rPr>
                <a:t>:</a:t>
              </a:r>
            </a:p>
            <a:p>
              <a:pPr>
                <a:buFont typeface="Arial" charset="0"/>
                <a:buNone/>
                <a:defRPr/>
              </a:pPr>
              <a:r>
                <a:rPr lang="en-US" b="1" dirty="0" smtClean="0">
                  <a:solidFill>
                    <a:srgbClr val="0070C0"/>
                  </a:solidFill>
                </a:rPr>
                <a:t>ASK, FSK, PSK and QAM</a:t>
              </a:r>
              <a:endParaRPr lang="en-US" b="1" dirty="0">
                <a:solidFill>
                  <a:srgbClr val="0070C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5019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/>
              <a:t>Baseband Communication : Encoding Techniques</a:t>
            </a:r>
            <a:endParaRPr lang="en-US" dirty="0"/>
          </a:p>
        </p:txBody>
      </p:sp>
      <p:sp>
        <p:nvSpPr>
          <p:cNvPr id="839" name="TextBox 838"/>
          <p:cNvSpPr txBox="1"/>
          <p:nvPr/>
        </p:nvSpPr>
        <p:spPr>
          <a:xfrm>
            <a:off x="47328" y="908720"/>
            <a:ext cx="83820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latin typeface="+mj-lt"/>
                <a:cs typeface="+mn-cs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+mj-lt"/>
                <a:cs typeface="+mn-cs"/>
              </a:rPr>
              <a:t>Line Encoding </a:t>
            </a:r>
            <a:r>
              <a:rPr lang="en-US" sz="2000" dirty="0">
                <a:latin typeface="+mj-lt"/>
                <a:cs typeface="+mn-cs"/>
              </a:rPr>
              <a:t>is the process of converting digital data to digital signals</a:t>
            </a:r>
            <a:r>
              <a:rPr lang="en-US" sz="2000" dirty="0">
                <a:solidFill>
                  <a:srgbClr val="FF0000"/>
                </a:solidFill>
                <a:latin typeface="+mj-lt"/>
                <a:cs typeface="+mn-cs"/>
              </a:rPr>
              <a:t> </a:t>
            </a:r>
          </a:p>
        </p:txBody>
      </p:sp>
      <p:grpSp>
        <p:nvGrpSpPr>
          <p:cNvPr id="840" name="Group 512"/>
          <p:cNvGrpSpPr>
            <a:grpSpLocks/>
          </p:cNvGrpSpPr>
          <p:nvPr/>
        </p:nvGrpSpPr>
        <p:grpSpPr bwMode="auto">
          <a:xfrm>
            <a:off x="3791794" y="1576611"/>
            <a:ext cx="4933950" cy="762000"/>
            <a:chOff x="4210050" y="2047790"/>
            <a:chExt cx="4933950" cy="762000"/>
          </a:xfrm>
        </p:grpSpPr>
        <p:cxnSp>
          <p:nvCxnSpPr>
            <p:cNvPr id="841" name="Straight Connector 840"/>
            <p:cNvCxnSpPr/>
            <p:nvPr/>
          </p:nvCxnSpPr>
          <p:spPr>
            <a:xfrm rot="5400000" flipH="1" flipV="1">
              <a:off x="4953794" y="2362909"/>
              <a:ext cx="609600" cy="1588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2" name="Straight Connector 841"/>
            <p:cNvCxnSpPr/>
            <p:nvPr/>
          </p:nvCxnSpPr>
          <p:spPr>
            <a:xfrm rot="5400000" flipH="1" flipV="1">
              <a:off x="5334794" y="2361321"/>
              <a:ext cx="609600" cy="1588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3" name="Straight Connector 842"/>
            <p:cNvCxnSpPr/>
            <p:nvPr/>
          </p:nvCxnSpPr>
          <p:spPr>
            <a:xfrm rot="5400000" flipH="1" flipV="1">
              <a:off x="5715794" y="2361321"/>
              <a:ext cx="609600" cy="1588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4" name="Straight Connector 843"/>
            <p:cNvCxnSpPr/>
            <p:nvPr/>
          </p:nvCxnSpPr>
          <p:spPr>
            <a:xfrm rot="5400000" flipH="1" flipV="1">
              <a:off x="6096794" y="2361321"/>
              <a:ext cx="609600" cy="1588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5" name="Straight Connector 844"/>
            <p:cNvCxnSpPr/>
            <p:nvPr/>
          </p:nvCxnSpPr>
          <p:spPr>
            <a:xfrm rot="5400000" flipH="1" flipV="1">
              <a:off x="6477794" y="2361321"/>
              <a:ext cx="609600" cy="1588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6" name="Straight Connector 845"/>
            <p:cNvCxnSpPr/>
            <p:nvPr/>
          </p:nvCxnSpPr>
          <p:spPr>
            <a:xfrm rot="5400000" flipH="1" flipV="1">
              <a:off x="6858794" y="2361321"/>
              <a:ext cx="609600" cy="1588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7" name="Straight Connector 846"/>
            <p:cNvCxnSpPr/>
            <p:nvPr/>
          </p:nvCxnSpPr>
          <p:spPr>
            <a:xfrm rot="5400000" flipH="1" flipV="1">
              <a:off x="7239794" y="2361321"/>
              <a:ext cx="609600" cy="1588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8" name="Straight Connector 847"/>
            <p:cNvCxnSpPr/>
            <p:nvPr/>
          </p:nvCxnSpPr>
          <p:spPr>
            <a:xfrm rot="5400000" flipH="1" flipV="1">
              <a:off x="7620794" y="2361321"/>
              <a:ext cx="609600" cy="1588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9" name="Straight Connector 848"/>
            <p:cNvCxnSpPr/>
            <p:nvPr/>
          </p:nvCxnSpPr>
          <p:spPr>
            <a:xfrm rot="5400000" flipH="1" flipV="1">
              <a:off x="8000207" y="2361321"/>
              <a:ext cx="609600" cy="1587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0" name="Straight Connector 849"/>
            <p:cNvCxnSpPr/>
            <p:nvPr/>
          </p:nvCxnSpPr>
          <p:spPr>
            <a:xfrm rot="5400000" flipH="1" flipV="1">
              <a:off x="8381207" y="2361321"/>
              <a:ext cx="609600" cy="1587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51" name="Group 511"/>
            <p:cNvGrpSpPr>
              <a:grpSpLocks/>
            </p:cNvGrpSpPr>
            <p:nvPr/>
          </p:nvGrpSpPr>
          <p:grpSpPr bwMode="auto">
            <a:xfrm>
              <a:off x="4210050" y="2047790"/>
              <a:ext cx="4933950" cy="762000"/>
              <a:chOff x="4210050" y="2047790"/>
              <a:chExt cx="4933950" cy="762000"/>
            </a:xfrm>
          </p:grpSpPr>
          <p:pic>
            <p:nvPicPr>
              <p:cNvPr id="852" name="Picture 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10050" y="2343150"/>
                <a:ext cx="438150" cy="247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853" name="Group 436"/>
              <p:cNvGrpSpPr>
                <a:grpSpLocks/>
              </p:cNvGrpSpPr>
              <p:nvPr/>
            </p:nvGrpSpPr>
            <p:grpSpPr bwMode="auto">
              <a:xfrm>
                <a:off x="4864443" y="2047790"/>
                <a:ext cx="4279557" cy="762000"/>
                <a:chOff x="4864443" y="1981994"/>
                <a:chExt cx="4279557" cy="762000"/>
              </a:xfrm>
            </p:grpSpPr>
            <p:cxnSp>
              <p:nvCxnSpPr>
                <p:cNvPr id="854" name="Straight Arrow Connector 853"/>
                <p:cNvCxnSpPr/>
                <p:nvPr/>
              </p:nvCxnSpPr>
              <p:spPr>
                <a:xfrm rot="5400000" flipH="1" flipV="1">
                  <a:off x="4495007" y="2362200"/>
                  <a:ext cx="762000" cy="1587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5" name="Straight Arrow Connector 854"/>
                <p:cNvCxnSpPr/>
                <p:nvPr/>
              </p:nvCxnSpPr>
              <p:spPr>
                <a:xfrm>
                  <a:off x="4864100" y="2513807"/>
                  <a:ext cx="4279900" cy="3175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6" name="Straight Connector 855"/>
                <p:cNvCxnSpPr/>
                <p:nvPr/>
              </p:nvCxnSpPr>
              <p:spPr>
                <a:xfrm>
                  <a:off x="4876800" y="2512219"/>
                  <a:ext cx="381000" cy="1588"/>
                </a:xfrm>
                <a:prstGeom prst="line">
                  <a:avLst/>
                </a:prstGeom>
                <a:ln w="25400">
                  <a:solidFill>
                    <a:srgbClr val="0033C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7" name="Straight Connector 856"/>
                <p:cNvCxnSpPr/>
                <p:nvPr/>
              </p:nvCxnSpPr>
              <p:spPr>
                <a:xfrm>
                  <a:off x="5257800" y="2209007"/>
                  <a:ext cx="381000" cy="3175"/>
                </a:xfrm>
                <a:prstGeom prst="line">
                  <a:avLst/>
                </a:prstGeom>
                <a:ln w="25400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8" name="Straight Connector 857"/>
                <p:cNvCxnSpPr/>
                <p:nvPr/>
              </p:nvCxnSpPr>
              <p:spPr>
                <a:xfrm>
                  <a:off x="6019800" y="2209007"/>
                  <a:ext cx="381000" cy="3175"/>
                </a:xfrm>
                <a:prstGeom prst="line">
                  <a:avLst/>
                </a:prstGeom>
                <a:ln w="25400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9" name="Straight Connector 858"/>
                <p:cNvCxnSpPr/>
                <p:nvPr/>
              </p:nvCxnSpPr>
              <p:spPr>
                <a:xfrm>
                  <a:off x="6781800" y="2209007"/>
                  <a:ext cx="381000" cy="3175"/>
                </a:xfrm>
                <a:prstGeom prst="line">
                  <a:avLst/>
                </a:prstGeom>
                <a:ln w="25400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0" name="Straight Connector 859"/>
                <p:cNvCxnSpPr/>
                <p:nvPr/>
              </p:nvCxnSpPr>
              <p:spPr>
                <a:xfrm>
                  <a:off x="7162800" y="2209007"/>
                  <a:ext cx="381000" cy="3175"/>
                </a:xfrm>
                <a:prstGeom prst="line">
                  <a:avLst/>
                </a:prstGeom>
                <a:ln w="25400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1" name="Straight Connector 860"/>
                <p:cNvCxnSpPr/>
                <p:nvPr/>
              </p:nvCxnSpPr>
              <p:spPr>
                <a:xfrm>
                  <a:off x="8305800" y="2209007"/>
                  <a:ext cx="381000" cy="3175"/>
                </a:xfrm>
                <a:prstGeom prst="line">
                  <a:avLst/>
                </a:prstGeom>
                <a:ln w="25400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2" name="Straight Connector 861"/>
                <p:cNvCxnSpPr/>
                <p:nvPr/>
              </p:nvCxnSpPr>
              <p:spPr>
                <a:xfrm rot="5400000">
                  <a:off x="7390607" y="2362200"/>
                  <a:ext cx="304800" cy="1587"/>
                </a:xfrm>
                <a:prstGeom prst="line">
                  <a:avLst/>
                </a:prstGeom>
                <a:ln w="25400">
                  <a:solidFill>
                    <a:srgbClr val="0033C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3" name="Straight Connector 862"/>
                <p:cNvCxnSpPr/>
                <p:nvPr/>
              </p:nvCxnSpPr>
              <p:spPr>
                <a:xfrm rot="5400000">
                  <a:off x="8152607" y="2360613"/>
                  <a:ext cx="304800" cy="1587"/>
                </a:xfrm>
                <a:prstGeom prst="line">
                  <a:avLst/>
                </a:prstGeom>
                <a:ln w="25400">
                  <a:solidFill>
                    <a:srgbClr val="0033C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4" name="Straight Connector 863"/>
                <p:cNvCxnSpPr/>
                <p:nvPr/>
              </p:nvCxnSpPr>
              <p:spPr>
                <a:xfrm rot="5400000">
                  <a:off x="5106194" y="2360613"/>
                  <a:ext cx="304800" cy="1588"/>
                </a:xfrm>
                <a:prstGeom prst="line">
                  <a:avLst/>
                </a:prstGeom>
                <a:ln w="25400">
                  <a:solidFill>
                    <a:srgbClr val="0033C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5" name="Straight Connector 864"/>
                <p:cNvCxnSpPr/>
                <p:nvPr/>
              </p:nvCxnSpPr>
              <p:spPr>
                <a:xfrm rot="5400000">
                  <a:off x="5485607" y="2360613"/>
                  <a:ext cx="304800" cy="1587"/>
                </a:xfrm>
                <a:prstGeom prst="line">
                  <a:avLst/>
                </a:prstGeom>
                <a:ln w="25400">
                  <a:solidFill>
                    <a:srgbClr val="0033C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6" name="Straight Connector 865"/>
                <p:cNvCxnSpPr/>
                <p:nvPr/>
              </p:nvCxnSpPr>
              <p:spPr>
                <a:xfrm rot="5400000">
                  <a:off x="5866607" y="2360613"/>
                  <a:ext cx="304800" cy="1587"/>
                </a:xfrm>
                <a:prstGeom prst="line">
                  <a:avLst/>
                </a:prstGeom>
                <a:ln w="25400">
                  <a:solidFill>
                    <a:srgbClr val="0033C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7" name="Straight Connector 866"/>
                <p:cNvCxnSpPr/>
                <p:nvPr/>
              </p:nvCxnSpPr>
              <p:spPr>
                <a:xfrm rot="5400000">
                  <a:off x="6247607" y="2360613"/>
                  <a:ext cx="304800" cy="1587"/>
                </a:xfrm>
                <a:prstGeom prst="line">
                  <a:avLst/>
                </a:prstGeom>
                <a:ln w="25400">
                  <a:solidFill>
                    <a:srgbClr val="0033C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8" name="Straight Connector 867"/>
                <p:cNvCxnSpPr/>
                <p:nvPr/>
              </p:nvCxnSpPr>
              <p:spPr>
                <a:xfrm rot="5400000">
                  <a:off x="6628607" y="2360613"/>
                  <a:ext cx="304800" cy="1587"/>
                </a:xfrm>
                <a:prstGeom prst="line">
                  <a:avLst/>
                </a:prstGeom>
                <a:ln w="25400">
                  <a:solidFill>
                    <a:srgbClr val="0033C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9" name="Straight Connector 868"/>
                <p:cNvCxnSpPr/>
                <p:nvPr/>
              </p:nvCxnSpPr>
              <p:spPr>
                <a:xfrm>
                  <a:off x="5638800" y="2512219"/>
                  <a:ext cx="381000" cy="1588"/>
                </a:xfrm>
                <a:prstGeom prst="line">
                  <a:avLst/>
                </a:prstGeom>
                <a:ln w="25400">
                  <a:solidFill>
                    <a:srgbClr val="0033C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0" name="Straight Connector 869"/>
                <p:cNvCxnSpPr/>
                <p:nvPr/>
              </p:nvCxnSpPr>
              <p:spPr>
                <a:xfrm>
                  <a:off x="6400800" y="2513807"/>
                  <a:ext cx="381000" cy="3175"/>
                </a:xfrm>
                <a:prstGeom prst="line">
                  <a:avLst/>
                </a:prstGeom>
                <a:ln w="25400">
                  <a:solidFill>
                    <a:srgbClr val="0033C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1" name="Straight Connector 870"/>
                <p:cNvCxnSpPr/>
                <p:nvPr/>
              </p:nvCxnSpPr>
              <p:spPr>
                <a:xfrm>
                  <a:off x="7543800" y="2513807"/>
                  <a:ext cx="381000" cy="3175"/>
                </a:xfrm>
                <a:prstGeom prst="line">
                  <a:avLst/>
                </a:prstGeom>
                <a:ln w="25400">
                  <a:solidFill>
                    <a:srgbClr val="0033C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2" name="Straight Connector 871"/>
                <p:cNvCxnSpPr/>
                <p:nvPr/>
              </p:nvCxnSpPr>
              <p:spPr>
                <a:xfrm>
                  <a:off x="7924800" y="2513807"/>
                  <a:ext cx="381000" cy="3175"/>
                </a:xfrm>
                <a:prstGeom prst="line">
                  <a:avLst/>
                </a:prstGeom>
                <a:ln w="25400">
                  <a:solidFill>
                    <a:srgbClr val="0033C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873" name="Group 438"/>
          <p:cNvGrpSpPr>
            <a:grpSpLocks/>
          </p:cNvGrpSpPr>
          <p:nvPr/>
        </p:nvGrpSpPr>
        <p:grpSpPr bwMode="auto">
          <a:xfrm>
            <a:off x="4445844" y="2362424"/>
            <a:ext cx="4279900" cy="762000"/>
            <a:chOff x="4864443" y="2590800"/>
            <a:chExt cx="4279557" cy="762000"/>
          </a:xfrm>
        </p:grpSpPr>
        <p:cxnSp>
          <p:nvCxnSpPr>
            <p:cNvPr id="874" name="Straight Arrow Connector 873"/>
            <p:cNvCxnSpPr/>
            <p:nvPr/>
          </p:nvCxnSpPr>
          <p:spPr>
            <a:xfrm rot="5400000" flipH="1" flipV="1">
              <a:off x="4495349" y="2971006"/>
              <a:ext cx="762000" cy="15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5" name="Straight Arrow Connector 874"/>
            <p:cNvCxnSpPr/>
            <p:nvPr/>
          </p:nvCxnSpPr>
          <p:spPr>
            <a:xfrm>
              <a:off x="4864443" y="3122612"/>
              <a:ext cx="4279557" cy="3175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6" name="Straight Connector 875"/>
            <p:cNvCxnSpPr/>
            <p:nvPr/>
          </p:nvCxnSpPr>
          <p:spPr>
            <a:xfrm rot="5400000" flipH="1" flipV="1">
              <a:off x="4954105" y="2971006"/>
              <a:ext cx="609600" cy="1588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7" name="Straight Connector 876"/>
            <p:cNvCxnSpPr/>
            <p:nvPr/>
          </p:nvCxnSpPr>
          <p:spPr>
            <a:xfrm rot="5400000" flipH="1" flipV="1">
              <a:off x="5335075" y="2969418"/>
              <a:ext cx="609600" cy="1588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8" name="Straight Connector 877"/>
            <p:cNvCxnSpPr/>
            <p:nvPr/>
          </p:nvCxnSpPr>
          <p:spPr>
            <a:xfrm rot="5400000" flipH="1" flipV="1">
              <a:off x="5716044" y="2969418"/>
              <a:ext cx="609600" cy="1588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9" name="Straight Connector 878"/>
            <p:cNvCxnSpPr/>
            <p:nvPr/>
          </p:nvCxnSpPr>
          <p:spPr>
            <a:xfrm rot="5400000" flipH="1" flipV="1">
              <a:off x="6097014" y="2969418"/>
              <a:ext cx="609600" cy="1588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0" name="Straight Connector 879"/>
            <p:cNvCxnSpPr/>
            <p:nvPr/>
          </p:nvCxnSpPr>
          <p:spPr>
            <a:xfrm rot="5400000" flipH="1" flipV="1">
              <a:off x="6477983" y="2969418"/>
              <a:ext cx="609600" cy="1588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1" name="Straight Connector 880"/>
            <p:cNvCxnSpPr/>
            <p:nvPr/>
          </p:nvCxnSpPr>
          <p:spPr>
            <a:xfrm rot="5400000" flipH="1" flipV="1">
              <a:off x="6858953" y="2969418"/>
              <a:ext cx="609600" cy="1588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2" name="Straight Connector 881"/>
            <p:cNvCxnSpPr/>
            <p:nvPr/>
          </p:nvCxnSpPr>
          <p:spPr>
            <a:xfrm rot="5400000" flipH="1" flipV="1">
              <a:off x="7239922" y="2969418"/>
              <a:ext cx="609600" cy="1588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3" name="Straight Connector 882"/>
            <p:cNvCxnSpPr/>
            <p:nvPr/>
          </p:nvCxnSpPr>
          <p:spPr>
            <a:xfrm rot="5400000" flipH="1" flipV="1">
              <a:off x="7620892" y="2969418"/>
              <a:ext cx="609600" cy="1588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4" name="Straight Connector 883"/>
            <p:cNvCxnSpPr/>
            <p:nvPr/>
          </p:nvCxnSpPr>
          <p:spPr>
            <a:xfrm>
              <a:off x="4877142" y="3286125"/>
              <a:ext cx="380969" cy="1587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5" name="Straight Connector 884"/>
            <p:cNvCxnSpPr/>
            <p:nvPr/>
          </p:nvCxnSpPr>
          <p:spPr>
            <a:xfrm rot="5400000" flipH="1" flipV="1">
              <a:off x="8000274" y="2969418"/>
              <a:ext cx="609600" cy="1587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6" name="Straight Connector 885"/>
            <p:cNvCxnSpPr/>
            <p:nvPr/>
          </p:nvCxnSpPr>
          <p:spPr>
            <a:xfrm rot="5400000" flipH="1" flipV="1">
              <a:off x="8381244" y="2969418"/>
              <a:ext cx="609600" cy="1587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7" name="Straight Connector 886"/>
            <p:cNvCxnSpPr/>
            <p:nvPr/>
          </p:nvCxnSpPr>
          <p:spPr>
            <a:xfrm>
              <a:off x="5258111" y="2982912"/>
              <a:ext cx="380969" cy="1588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8" name="Straight Connector 887"/>
            <p:cNvCxnSpPr/>
            <p:nvPr/>
          </p:nvCxnSpPr>
          <p:spPr>
            <a:xfrm>
              <a:off x="6020050" y="2982912"/>
              <a:ext cx="380969" cy="1588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9" name="Straight Connector 888"/>
            <p:cNvCxnSpPr/>
            <p:nvPr/>
          </p:nvCxnSpPr>
          <p:spPr>
            <a:xfrm>
              <a:off x="6781989" y="2982912"/>
              <a:ext cx="380969" cy="1588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0" name="Straight Connector 889"/>
            <p:cNvCxnSpPr/>
            <p:nvPr/>
          </p:nvCxnSpPr>
          <p:spPr>
            <a:xfrm>
              <a:off x="7162959" y="2982912"/>
              <a:ext cx="380969" cy="1588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1" name="Straight Connector 890"/>
            <p:cNvCxnSpPr/>
            <p:nvPr/>
          </p:nvCxnSpPr>
          <p:spPr>
            <a:xfrm>
              <a:off x="8305867" y="2982912"/>
              <a:ext cx="380969" cy="1588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2" name="Straight Connector 891"/>
            <p:cNvCxnSpPr/>
            <p:nvPr/>
          </p:nvCxnSpPr>
          <p:spPr>
            <a:xfrm rot="5400000">
              <a:off x="7390735" y="3134518"/>
              <a:ext cx="304800" cy="1587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3" name="Straight Connector 892"/>
            <p:cNvCxnSpPr/>
            <p:nvPr/>
          </p:nvCxnSpPr>
          <p:spPr>
            <a:xfrm rot="5400000">
              <a:off x="8152674" y="3134518"/>
              <a:ext cx="304800" cy="1587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4" name="Straight Connector 893"/>
            <p:cNvCxnSpPr/>
            <p:nvPr/>
          </p:nvCxnSpPr>
          <p:spPr>
            <a:xfrm rot="5400000">
              <a:off x="5106505" y="3134518"/>
              <a:ext cx="304800" cy="1588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5" name="Straight Connector 894"/>
            <p:cNvCxnSpPr/>
            <p:nvPr/>
          </p:nvCxnSpPr>
          <p:spPr>
            <a:xfrm rot="5400000">
              <a:off x="5485888" y="3134518"/>
              <a:ext cx="304800" cy="1587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6" name="Straight Connector 895"/>
            <p:cNvCxnSpPr/>
            <p:nvPr/>
          </p:nvCxnSpPr>
          <p:spPr>
            <a:xfrm rot="5400000">
              <a:off x="5866857" y="3134518"/>
              <a:ext cx="304800" cy="1587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7" name="Straight Connector 896"/>
            <p:cNvCxnSpPr/>
            <p:nvPr/>
          </p:nvCxnSpPr>
          <p:spPr>
            <a:xfrm rot="5400000">
              <a:off x="6247827" y="3134518"/>
              <a:ext cx="304800" cy="1587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8" name="Straight Connector 897"/>
            <p:cNvCxnSpPr/>
            <p:nvPr/>
          </p:nvCxnSpPr>
          <p:spPr>
            <a:xfrm rot="5400000">
              <a:off x="6628796" y="3134518"/>
              <a:ext cx="304800" cy="1587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9" name="Straight Connector 898"/>
            <p:cNvCxnSpPr/>
            <p:nvPr/>
          </p:nvCxnSpPr>
          <p:spPr>
            <a:xfrm>
              <a:off x="5639081" y="3286125"/>
              <a:ext cx="380969" cy="1587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0" name="Straight Connector 899"/>
            <p:cNvCxnSpPr/>
            <p:nvPr/>
          </p:nvCxnSpPr>
          <p:spPr>
            <a:xfrm>
              <a:off x="6401020" y="3276600"/>
              <a:ext cx="380969" cy="1587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1" name="Straight Connector 900"/>
            <p:cNvCxnSpPr/>
            <p:nvPr/>
          </p:nvCxnSpPr>
          <p:spPr>
            <a:xfrm>
              <a:off x="7543928" y="3276600"/>
              <a:ext cx="380969" cy="1587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2" name="Straight Connector 901"/>
            <p:cNvCxnSpPr/>
            <p:nvPr/>
          </p:nvCxnSpPr>
          <p:spPr>
            <a:xfrm>
              <a:off x="7924898" y="3276600"/>
              <a:ext cx="380969" cy="1587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3" name="Group 437"/>
          <p:cNvGrpSpPr>
            <a:grpSpLocks/>
          </p:cNvGrpSpPr>
          <p:nvPr/>
        </p:nvGrpSpPr>
        <p:grpSpPr bwMode="auto">
          <a:xfrm>
            <a:off x="4458544" y="3186336"/>
            <a:ext cx="4279900" cy="762000"/>
            <a:chOff x="4876800" y="3505200"/>
            <a:chExt cx="4279557" cy="762000"/>
          </a:xfrm>
        </p:grpSpPr>
        <p:cxnSp>
          <p:nvCxnSpPr>
            <p:cNvPr id="904" name="Straight Arrow Connector 903"/>
            <p:cNvCxnSpPr/>
            <p:nvPr/>
          </p:nvCxnSpPr>
          <p:spPr>
            <a:xfrm rot="5400000" flipH="1" flipV="1">
              <a:off x="4507706" y="3885406"/>
              <a:ext cx="762000" cy="15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5" name="Straight Arrow Connector 904"/>
            <p:cNvCxnSpPr/>
            <p:nvPr/>
          </p:nvCxnSpPr>
          <p:spPr>
            <a:xfrm>
              <a:off x="4876800" y="4037013"/>
              <a:ext cx="4279557" cy="3175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6" name="Straight Connector 905"/>
            <p:cNvCxnSpPr/>
            <p:nvPr/>
          </p:nvCxnSpPr>
          <p:spPr>
            <a:xfrm rot="5400000" flipH="1" flipV="1">
              <a:off x="4966462" y="3885406"/>
              <a:ext cx="609600" cy="1588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7" name="Straight Connector 906"/>
            <p:cNvCxnSpPr/>
            <p:nvPr/>
          </p:nvCxnSpPr>
          <p:spPr>
            <a:xfrm rot="5400000" flipH="1" flipV="1">
              <a:off x="5347432" y="3883819"/>
              <a:ext cx="609600" cy="1588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8" name="Straight Connector 907"/>
            <p:cNvCxnSpPr/>
            <p:nvPr/>
          </p:nvCxnSpPr>
          <p:spPr>
            <a:xfrm rot="5400000" flipH="1" flipV="1">
              <a:off x="5728401" y="3883819"/>
              <a:ext cx="609600" cy="1588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9" name="Straight Connector 908"/>
            <p:cNvCxnSpPr/>
            <p:nvPr/>
          </p:nvCxnSpPr>
          <p:spPr>
            <a:xfrm rot="5400000" flipH="1" flipV="1">
              <a:off x="6109371" y="3883819"/>
              <a:ext cx="609600" cy="1588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0" name="Straight Connector 909"/>
            <p:cNvCxnSpPr/>
            <p:nvPr/>
          </p:nvCxnSpPr>
          <p:spPr>
            <a:xfrm rot="5400000" flipH="1" flipV="1">
              <a:off x="6490340" y="3883819"/>
              <a:ext cx="609600" cy="1588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1" name="Straight Connector 910"/>
            <p:cNvCxnSpPr/>
            <p:nvPr/>
          </p:nvCxnSpPr>
          <p:spPr>
            <a:xfrm rot="5400000" flipH="1" flipV="1">
              <a:off x="6871310" y="3883819"/>
              <a:ext cx="609600" cy="1588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2" name="Straight Connector 911"/>
            <p:cNvCxnSpPr/>
            <p:nvPr/>
          </p:nvCxnSpPr>
          <p:spPr>
            <a:xfrm rot="5400000" flipH="1" flipV="1">
              <a:off x="7252279" y="3883819"/>
              <a:ext cx="609600" cy="1588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3" name="Straight Connector 912"/>
            <p:cNvCxnSpPr/>
            <p:nvPr/>
          </p:nvCxnSpPr>
          <p:spPr>
            <a:xfrm rot="5400000" flipH="1" flipV="1">
              <a:off x="7633249" y="3883819"/>
              <a:ext cx="609600" cy="1588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4" name="Straight Connector 913"/>
            <p:cNvCxnSpPr/>
            <p:nvPr/>
          </p:nvCxnSpPr>
          <p:spPr>
            <a:xfrm>
              <a:off x="4889499" y="4200525"/>
              <a:ext cx="380969" cy="1588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5" name="Straight Connector 914"/>
            <p:cNvCxnSpPr/>
            <p:nvPr/>
          </p:nvCxnSpPr>
          <p:spPr>
            <a:xfrm rot="5400000" flipH="1" flipV="1">
              <a:off x="8012631" y="3883819"/>
              <a:ext cx="609600" cy="1587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6" name="Straight Connector 915"/>
            <p:cNvCxnSpPr/>
            <p:nvPr/>
          </p:nvCxnSpPr>
          <p:spPr>
            <a:xfrm rot="5400000" flipH="1" flipV="1">
              <a:off x="8393601" y="3883819"/>
              <a:ext cx="609600" cy="1587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7" name="Straight Connector 916"/>
            <p:cNvCxnSpPr/>
            <p:nvPr/>
          </p:nvCxnSpPr>
          <p:spPr>
            <a:xfrm>
              <a:off x="5270468" y="3897313"/>
              <a:ext cx="380969" cy="1587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8" name="Straight Connector 917"/>
            <p:cNvCxnSpPr/>
            <p:nvPr/>
          </p:nvCxnSpPr>
          <p:spPr>
            <a:xfrm>
              <a:off x="6032407" y="4202113"/>
              <a:ext cx="380969" cy="1587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9" name="Straight Connector 918"/>
            <p:cNvCxnSpPr/>
            <p:nvPr/>
          </p:nvCxnSpPr>
          <p:spPr>
            <a:xfrm>
              <a:off x="6794346" y="3897313"/>
              <a:ext cx="380969" cy="1587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0" name="Straight Connector 919"/>
            <p:cNvCxnSpPr/>
            <p:nvPr/>
          </p:nvCxnSpPr>
          <p:spPr>
            <a:xfrm>
              <a:off x="7175316" y="4202113"/>
              <a:ext cx="380969" cy="1587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1" name="Straight Connector 920"/>
            <p:cNvCxnSpPr/>
            <p:nvPr/>
          </p:nvCxnSpPr>
          <p:spPr>
            <a:xfrm>
              <a:off x="8318224" y="3897313"/>
              <a:ext cx="380969" cy="1587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2" name="Straight Connector 921"/>
            <p:cNvCxnSpPr/>
            <p:nvPr/>
          </p:nvCxnSpPr>
          <p:spPr>
            <a:xfrm rot="5400000">
              <a:off x="7011011" y="4048919"/>
              <a:ext cx="304800" cy="1588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3" name="Straight Connector 922"/>
            <p:cNvCxnSpPr/>
            <p:nvPr/>
          </p:nvCxnSpPr>
          <p:spPr>
            <a:xfrm rot="5400000">
              <a:off x="8165031" y="4048919"/>
              <a:ext cx="304800" cy="1587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4" name="Straight Connector 923"/>
            <p:cNvCxnSpPr/>
            <p:nvPr/>
          </p:nvCxnSpPr>
          <p:spPr>
            <a:xfrm rot="5400000">
              <a:off x="5118862" y="4048919"/>
              <a:ext cx="304800" cy="1588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5" name="Straight Connector 924"/>
            <p:cNvCxnSpPr/>
            <p:nvPr/>
          </p:nvCxnSpPr>
          <p:spPr>
            <a:xfrm rot="5400000">
              <a:off x="5879214" y="4048919"/>
              <a:ext cx="304800" cy="1587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6" name="Straight Connector 925"/>
            <p:cNvCxnSpPr/>
            <p:nvPr/>
          </p:nvCxnSpPr>
          <p:spPr>
            <a:xfrm rot="5400000">
              <a:off x="6641153" y="4048919"/>
              <a:ext cx="304800" cy="1587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7" name="Straight Connector 926"/>
            <p:cNvCxnSpPr/>
            <p:nvPr/>
          </p:nvCxnSpPr>
          <p:spPr>
            <a:xfrm>
              <a:off x="6413377" y="4202113"/>
              <a:ext cx="380969" cy="1587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8" name="Straight Connector 927"/>
            <p:cNvCxnSpPr/>
            <p:nvPr/>
          </p:nvCxnSpPr>
          <p:spPr>
            <a:xfrm>
              <a:off x="7556285" y="4202113"/>
              <a:ext cx="380969" cy="1587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9" name="Straight Connector 928"/>
            <p:cNvCxnSpPr/>
            <p:nvPr/>
          </p:nvCxnSpPr>
          <p:spPr>
            <a:xfrm>
              <a:off x="7937255" y="4202113"/>
              <a:ext cx="380969" cy="1587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0" name="Straight Connector 929"/>
            <p:cNvCxnSpPr/>
            <p:nvPr/>
          </p:nvCxnSpPr>
          <p:spPr>
            <a:xfrm>
              <a:off x="5651438" y="3898900"/>
              <a:ext cx="380969" cy="1588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1" name="Group 433"/>
          <p:cNvGrpSpPr>
            <a:grpSpLocks/>
          </p:cNvGrpSpPr>
          <p:nvPr/>
        </p:nvGrpSpPr>
        <p:grpSpPr bwMode="auto">
          <a:xfrm>
            <a:off x="4445844" y="3948336"/>
            <a:ext cx="4279900" cy="762000"/>
            <a:chOff x="4864443" y="4114800"/>
            <a:chExt cx="4279557" cy="762000"/>
          </a:xfrm>
        </p:grpSpPr>
        <p:cxnSp>
          <p:nvCxnSpPr>
            <p:cNvPr id="932" name="Straight Arrow Connector 931"/>
            <p:cNvCxnSpPr/>
            <p:nvPr/>
          </p:nvCxnSpPr>
          <p:spPr>
            <a:xfrm rot="5400000" flipH="1" flipV="1">
              <a:off x="4495349" y="4495006"/>
              <a:ext cx="762000" cy="15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3" name="Straight Arrow Connector 932"/>
            <p:cNvCxnSpPr/>
            <p:nvPr/>
          </p:nvCxnSpPr>
          <p:spPr>
            <a:xfrm>
              <a:off x="4864443" y="4646613"/>
              <a:ext cx="4279557" cy="3175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4" name="Straight Connector 933"/>
            <p:cNvCxnSpPr/>
            <p:nvPr/>
          </p:nvCxnSpPr>
          <p:spPr>
            <a:xfrm rot="5400000" flipH="1" flipV="1">
              <a:off x="4954105" y="4495006"/>
              <a:ext cx="609600" cy="1588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5" name="Straight Connector 934"/>
            <p:cNvCxnSpPr/>
            <p:nvPr/>
          </p:nvCxnSpPr>
          <p:spPr>
            <a:xfrm rot="5400000" flipH="1" flipV="1">
              <a:off x="5335075" y="4493419"/>
              <a:ext cx="609600" cy="1588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6" name="Straight Connector 935"/>
            <p:cNvCxnSpPr/>
            <p:nvPr/>
          </p:nvCxnSpPr>
          <p:spPr>
            <a:xfrm rot="5400000" flipH="1" flipV="1">
              <a:off x="5716044" y="4493419"/>
              <a:ext cx="609600" cy="1588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7" name="Straight Connector 936"/>
            <p:cNvCxnSpPr/>
            <p:nvPr/>
          </p:nvCxnSpPr>
          <p:spPr>
            <a:xfrm rot="5400000" flipH="1" flipV="1">
              <a:off x="6097014" y="4493419"/>
              <a:ext cx="609600" cy="1588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8" name="Straight Connector 937"/>
            <p:cNvCxnSpPr/>
            <p:nvPr/>
          </p:nvCxnSpPr>
          <p:spPr>
            <a:xfrm rot="5400000" flipH="1" flipV="1">
              <a:off x="6477983" y="4493419"/>
              <a:ext cx="609600" cy="1588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9" name="Straight Connector 938"/>
            <p:cNvCxnSpPr/>
            <p:nvPr/>
          </p:nvCxnSpPr>
          <p:spPr>
            <a:xfrm rot="5400000" flipH="1" flipV="1">
              <a:off x="6858953" y="4493419"/>
              <a:ext cx="609600" cy="1588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0" name="Straight Connector 939"/>
            <p:cNvCxnSpPr/>
            <p:nvPr/>
          </p:nvCxnSpPr>
          <p:spPr>
            <a:xfrm rot="5400000" flipH="1" flipV="1">
              <a:off x="7239922" y="4493419"/>
              <a:ext cx="609600" cy="1588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1" name="Straight Connector 940"/>
            <p:cNvCxnSpPr/>
            <p:nvPr/>
          </p:nvCxnSpPr>
          <p:spPr>
            <a:xfrm rot="5400000" flipH="1" flipV="1">
              <a:off x="7620892" y="4493419"/>
              <a:ext cx="609600" cy="1588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2" name="Straight Connector 941"/>
            <p:cNvCxnSpPr/>
            <p:nvPr/>
          </p:nvCxnSpPr>
          <p:spPr>
            <a:xfrm rot="5400000" flipH="1" flipV="1">
              <a:off x="8000274" y="4493419"/>
              <a:ext cx="609600" cy="1587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3" name="Straight Connector 942"/>
            <p:cNvCxnSpPr/>
            <p:nvPr/>
          </p:nvCxnSpPr>
          <p:spPr>
            <a:xfrm rot="5400000" flipH="1" flipV="1">
              <a:off x="8381244" y="4493419"/>
              <a:ext cx="609600" cy="1587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4" name="Straight Connector 943"/>
            <p:cNvCxnSpPr/>
            <p:nvPr/>
          </p:nvCxnSpPr>
          <p:spPr>
            <a:xfrm>
              <a:off x="4877142" y="4787900"/>
              <a:ext cx="228582" cy="1588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5" name="Straight Connector 944"/>
            <p:cNvCxnSpPr/>
            <p:nvPr/>
          </p:nvCxnSpPr>
          <p:spPr>
            <a:xfrm rot="5400000">
              <a:off x="5028731" y="4710906"/>
              <a:ext cx="152400" cy="1587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6" name="Straight Connector 945"/>
            <p:cNvCxnSpPr/>
            <p:nvPr/>
          </p:nvCxnSpPr>
          <p:spPr>
            <a:xfrm>
              <a:off x="5105724" y="4648200"/>
              <a:ext cx="152388" cy="1588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7" name="Straight Connector 946"/>
            <p:cNvCxnSpPr/>
            <p:nvPr/>
          </p:nvCxnSpPr>
          <p:spPr>
            <a:xfrm rot="5400000">
              <a:off x="5193817" y="4571206"/>
              <a:ext cx="152400" cy="1587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8" name="Straight Connector 947"/>
            <p:cNvCxnSpPr/>
            <p:nvPr/>
          </p:nvCxnSpPr>
          <p:spPr>
            <a:xfrm>
              <a:off x="5258111" y="4495800"/>
              <a:ext cx="228582" cy="1588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9" name="Straight Connector 948"/>
            <p:cNvCxnSpPr/>
            <p:nvPr/>
          </p:nvCxnSpPr>
          <p:spPr>
            <a:xfrm rot="5400000">
              <a:off x="5409700" y="4572794"/>
              <a:ext cx="152400" cy="1587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0" name="Straight Connector 949"/>
            <p:cNvCxnSpPr/>
            <p:nvPr/>
          </p:nvCxnSpPr>
          <p:spPr>
            <a:xfrm>
              <a:off x="5486693" y="4635500"/>
              <a:ext cx="152388" cy="1588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1" name="Straight Connector 950"/>
            <p:cNvCxnSpPr/>
            <p:nvPr/>
          </p:nvCxnSpPr>
          <p:spPr>
            <a:xfrm>
              <a:off x="5639081" y="4787900"/>
              <a:ext cx="228582" cy="1588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2" name="Straight Connector 951"/>
            <p:cNvCxnSpPr/>
            <p:nvPr/>
          </p:nvCxnSpPr>
          <p:spPr>
            <a:xfrm rot="5400000">
              <a:off x="5790670" y="4710906"/>
              <a:ext cx="152400" cy="1587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3" name="Straight Connector 952"/>
            <p:cNvCxnSpPr/>
            <p:nvPr/>
          </p:nvCxnSpPr>
          <p:spPr>
            <a:xfrm>
              <a:off x="5867663" y="4648200"/>
              <a:ext cx="152388" cy="1588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4" name="Straight Connector 953"/>
            <p:cNvCxnSpPr/>
            <p:nvPr/>
          </p:nvCxnSpPr>
          <p:spPr>
            <a:xfrm>
              <a:off x="6401020" y="4800600"/>
              <a:ext cx="228582" cy="1588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5" name="Straight Connector 954"/>
            <p:cNvCxnSpPr/>
            <p:nvPr/>
          </p:nvCxnSpPr>
          <p:spPr>
            <a:xfrm rot="5400000">
              <a:off x="6552609" y="4723606"/>
              <a:ext cx="152400" cy="1587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6" name="Straight Connector 955"/>
            <p:cNvCxnSpPr/>
            <p:nvPr/>
          </p:nvCxnSpPr>
          <p:spPr>
            <a:xfrm>
              <a:off x="6629602" y="4660900"/>
              <a:ext cx="152388" cy="1588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7" name="Straight Connector 956"/>
            <p:cNvCxnSpPr/>
            <p:nvPr/>
          </p:nvCxnSpPr>
          <p:spPr>
            <a:xfrm>
              <a:off x="7543928" y="4800600"/>
              <a:ext cx="228582" cy="1588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8" name="Straight Connector 957"/>
            <p:cNvCxnSpPr/>
            <p:nvPr/>
          </p:nvCxnSpPr>
          <p:spPr>
            <a:xfrm rot="5400000">
              <a:off x="7695517" y="4723606"/>
              <a:ext cx="152400" cy="1587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9" name="Straight Connector 958"/>
            <p:cNvCxnSpPr/>
            <p:nvPr/>
          </p:nvCxnSpPr>
          <p:spPr>
            <a:xfrm>
              <a:off x="7772510" y="4660900"/>
              <a:ext cx="152388" cy="1588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0" name="Straight Connector 959"/>
            <p:cNvCxnSpPr/>
            <p:nvPr/>
          </p:nvCxnSpPr>
          <p:spPr>
            <a:xfrm>
              <a:off x="7924898" y="4800600"/>
              <a:ext cx="228582" cy="1588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1" name="Straight Connector 960"/>
            <p:cNvCxnSpPr/>
            <p:nvPr/>
          </p:nvCxnSpPr>
          <p:spPr>
            <a:xfrm rot="5400000">
              <a:off x="8076486" y="4723606"/>
              <a:ext cx="152400" cy="1587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2" name="Straight Connector 961"/>
            <p:cNvCxnSpPr/>
            <p:nvPr/>
          </p:nvCxnSpPr>
          <p:spPr>
            <a:xfrm>
              <a:off x="8153479" y="4660900"/>
              <a:ext cx="152388" cy="1588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3" name="Straight Connector 962"/>
            <p:cNvCxnSpPr/>
            <p:nvPr/>
          </p:nvCxnSpPr>
          <p:spPr>
            <a:xfrm>
              <a:off x="6020050" y="4495800"/>
              <a:ext cx="228582" cy="1588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4" name="Straight Connector 963"/>
            <p:cNvCxnSpPr/>
            <p:nvPr/>
          </p:nvCxnSpPr>
          <p:spPr>
            <a:xfrm rot="5400000">
              <a:off x="6171639" y="4572794"/>
              <a:ext cx="152400" cy="1587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5" name="Straight Connector 964"/>
            <p:cNvCxnSpPr/>
            <p:nvPr/>
          </p:nvCxnSpPr>
          <p:spPr>
            <a:xfrm>
              <a:off x="6248632" y="4635500"/>
              <a:ext cx="152388" cy="1588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6" name="Straight Connector 965"/>
            <p:cNvCxnSpPr/>
            <p:nvPr/>
          </p:nvCxnSpPr>
          <p:spPr>
            <a:xfrm>
              <a:off x="6781989" y="4495800"/>
              <a:ext cx="228582" cy="1588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7" name="Straight Connector 966"/>
            <p:cNvCxnSpPr/>
            <p:nvPr/>
          </p:nvCxnSpPr>
          <p:spPr>
            <a:xfrm rot="5400000">
              <a:off x="6933578" y="4572794"/>
              <a:ext cx="152400" cy="1587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8" name="Straight Connector 967"/>
            <p:cNvCxnSpPr/>
            <p:nvPr/>
          </p:nvCxnSpPr>
          <p:spPr>
            <a:xfrm>
              <a:off x="7010571" y="4635500"/>
              <a:ext cx="152388" cy="1588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9" name="Straight Connector 968"/>
            <p:cNvCxnSpPr/>
            <p:nvPr/>
          </p:nvCxnSpPr>
          <p:spPr>
            <a:xfrm>
              <a:off x="7162959" y="4495800"/>
              <a:ext cx="228582" cy="1588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0" name="Straight Connector 969"/>
            <p:cNvCxnSpPr/>
            <p:nvPr/>
          </p:nvCxnSpPr>
          <p:spPr>
            <a:xfrm rot="5400000">
              <a:off x="7314548" y="4572794"/>
              <a:ext cx="152400" cy="1587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1" name="Straight Connector 970"/>
            <p:cNvCxnSpPr/>
            <p:nvPr/>
          </p:nvCxnSpPr>
          <p:spPr>
            <a:xfrm>
              <a:off x="7391540" y="4635500"/>
              <a:ext cx="152388" cy="1588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2" name="Straight Connector 971"/>
            <p:cNvCxnSpPr/>
            <p:nvPr/>
          </p:nvCxnSpPr>
          <p:spPr>
            <a:xfrm>
              <a:off x="8305867" y="4495800"/>
              <a:ext cx="228582" cy="1588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3" name="Straight Connector 972"/>
            <p:cNvCxnSpPr/>
            <p:nvPr/>
          </p:nvCxnSpPr>
          <p:spPr>
            <a:xfrm rot="5400000">
              <a:off x="8457456" y="4572794"/>
              <a:ext cx="152400" cy="1587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4" name="Straight Connector 973"/>
            <p:cNvCxnSpPr/>
            <p:nvPr/>
          </p:nvCxnSpPr>
          <p:spPr>
            <a:xfrm>
              <a:off x="8534449" y="4635500"/>
              <a:ext cx="152388" cy="1588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5" name="Straight Connector 974"/>
            <p:cNvCxnSpPr/>
            <p:nvPr/>
          </p:nvCxnSpPr>
          <p:spPr>
            <a:xfrm rot="5400000">
              <a:off x="5943057" y="4571206"/>
              <a:ext cx="152400" cy="1587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6" name="Straight Connector 975"/>
            <p:cNvCxnSpPr/>
            <p:nvPr/>
          </p:nvCxnSpPr>
          <p:spPr>
            <a:xfrm rot="5400000">
              <a:off x="6324027" y="4723606"/>
              <a:ext cx="152400" cy="1587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7" name="Straight Connector 976"/>
            <p:cNvCxnSpPr/>
            <p:nvPr/>
          </p:nvCxnSpPr>
          <p:spPr>
            <a:xfrm rot="5400000">
              <a:off x="6704996" y="4571206"/>
              <a:ext cx="152400" cy="1587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8" name="Straight Connector 977"/>
            <p:cNvCxnSpPr/>
            <p:nvPr/>
          </p:nvCxnSpPr>
          <p:spPr>
            <a:xfrm rot="5400000">
              <a:off x="7085966" y="4571206"/>
              <a:ext cx="152400" cy="1587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9" name="Straight Connector 978"/>
            <p:cNvCxnSpPr/>
            <p:nvPr/>
          </p:nvCxnSpPr>
          <p:spPr>
            <a:xfrm rot="5400000">
              <a:off x="7479634" y="4723606"/>
              <a:ext cx="152400" cy="1587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0" name="Straight Connector 979"/>
            <p:cNvCxnSpPr/>
            <p:nvPr/>
          </p:nvCxnSpPr>
          <p:spPr>
            <a:xfrm rot="5400000">
              <a:off x="7849492" y="4723606"/>
              <a:ext cx="152400" cy="1588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1" name="Straight Connector 980"/>
            <p:cNvCxnSpPr/>
            <p:nvPr/>
          </p:nvCxnSpPr>
          <p:spPr>
            <a:xfrm rot="5400000">
              <a:off x="8228874" y="4571206"/>
              <a:ext cx="152400" cy="1587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2" name="Straight Connector 981"/>
            <p:cNvCxnSpPr/>
            <p:nvPr/>
          </p:nvCxnSpPr>
          <p:spPr>
            <a:xfrm rot="5400000">
              <a:off x="5562088" y="4710906"/>
              <a:ext cx="152400" cy="1587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3" name="Group 432"/>
          <p:cNvGrpSpPr>
            <a:grpSpLocks/>
          </p:cNvGrpSpPr>
          <p:nvPr/>
        </p:nvGrpSpPr>
        <p:grpSpPr bwMode="auto">
          <a:xfrm>
            <a:off x="4445844" y="4786536"/>
            <a:ext cx="4279900" cy="762000"/>
            <a:chOff x="4864443" y="4876800"/>
            <a:chExt cx="4279557" cy="762000"/>
          </a:xfrm>
        </p:grpSpPr>
        <p:cxnSp>
          <p:nvCxnSpPr>
            <p:cNvPr id="984" name="Straight Arrow Connector 983"/>
            <p:cNvCxnSpPr/>
            <p:nvPr/>
          </p:nvCxnSpPr>
          <p:spPr>
            <a:xfrm rot="5400000" flipH="1" flipV="1">
              <a:off x="4495349" y="5257006"/>
              <a:ext cx="762000" cy="15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5" name="Straight Arrow Connector 984"/>
            <p:cNvCxnSpPr/>
            <p:nvPr/>
          </p:nvCxnSpPr>
          <p:spPr>
            <a:xfrm>
              <a:off x="4864443" y="5408613"/>
              <a:ext cx="4279557" cy="3175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6" name="Straight Connector 985"/>
            <p:cNvCxnSpPr/>
            <p:nvPr/>
          </p:nvCxnSpPr>
          <p:spPr>
            <a:xfrm rot="5400000" flipH="1" flipV="1">
              <a:off x="4954105" y="5257006"/>
              <a:ext cx="609600" cy="1588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7" name="Straight Connector 986"/>
            <p:cNvCxnSpPr/>
            <p:nvPr/>
          </p:nvCxnSpPr>
          <p:spPr>
            <a:xfrm rot="5400000" flipH="1" flipV="1">
              <a:off x="5335075" y="5255419"/>
              <a:ext cx="609600" cy="1588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8" name="Straight Connector 987"/>
            <p:cNvCxnSpPr/>
            <p:nvPr/>
          </p:nvCxnSpPr>
          <p:spPr>
            <a:xfrm rot="5400000" flipH="1" flipV="1">
              <a:off x="5716044" y="5255419"/>
              <a:ext cx="609600" cy="1588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9" name="Straight Connector 988"/>
            <p:cNvCxnSpPr/>
            <p:nvPr/>
          </p:nvCxnSpPr>
          <p:spPr>
            <a:xfrm rot="5400000" flipH="1" flipV="1">
              <a:off x="6097014" y="5255419"/>
              <a:ext cx="609600" cy="1588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0" name="Straight Connector 989"/>
            <p:cNvCxnSpPr/>
            <p:nvPr/>
          </p:nvCxnSpPr>
          <p:spPr>
            <a:xfrm rot="5400000" flipH="1" flipV="1">
              <a:off x="6477983" y="5255419"/>
              <a:ext cx="609600" cy="1588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1" name="Straight Connector 990"/>
            <p:cNvCxnSpPr/>
            <p:nvPr/>
          </p:nvCxnSpPr>
          <p:spPr>
            <a:xfrm rot="5400000" flipH="1" flipV="1">
              <a:off x="6858953" y="5255419"/>
              <a:ext cx="609600" cy="1588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2" name="Straight Connector 991"/>
            <p:cNvCxnSpPr/>
            <p:nvPr/>
          </p:nvCxnSpPr>
          <p:spPr>
            <a:xfrm rot="5400000" flipH="1" flipV="1">
              <a:off x="7239922" y="5255419"/>
              <a:ext cx="609600" cy="1588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3" name="Straight Connector 992"/>
            <p:cNvCxnSpPr/>
            <p:nvPr/>
          </p:nvCxnSpPr>
          <p:spPr>
            <a:xfrm rot="5400000" flipH="1" flipV="1">
              <a:off x="7620892" y="5255419"/>
              <a:ext cx="609600" cy="1588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4" name="Straight Connector 993"/>
            <p:cNvCxnSpPr/>
            <p:nvPr/>
          </p:nvCxnSpPr>
          <p:spPr>
            <a:xfrm rot="5400000" flipH="1" flipV="1">
              <a:off x="8000274" y="5255419"/>
              <a:ext cx="609600" cy="1587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5" name="Straight Connector 994"/>
            <p:cNvCxnSpPr/>
            <p:nvPr/>
          </p:nvCxnSpPr>
          <p:spPr>
            <a:xfrm rot="5400000" flipH="1" flipV="1">
              <a:off x="8381244" y="5255419"/>
              <a:ext cx="609600" cy="1587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6" name="Straight Connector 995"/>
            <p:cNvCxnSpPr/>
            <p:nvPr/>
          </p:nvCxnSpPr>
          <p:spPr>
            <a:xfrm>
              <a:off x="4877142" y="5562600"/>
              <a:ext cx="228582" cy="1588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7" name="Straight Connector 996"/>
            <p:cNvCxnSpPr/>
            <p:nvPr/>
          </p:nvCxnSpPr>
          <p:spPr>
            <a:xfrm>
              <a:off x="5258111" y="5257800"/>
              <a:ext cx="228582" cy="1588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8" name="Straight Connector 997"/>
            <p:cNvCxnSpPr/>
            <p:nvPr/>
          </p:nvCxnSpPr>
          <p:spPr>
            <a:xfrm>
              <a:off x="5486693" y="5561013"/>
              <a:ext cx="152388" cy="1587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9" name="Straight Connector 998"/>
            <p:cNvCxnSpPr/>
            <p:nvPr/>
          </p:nvCxnSpPr>
          <p:spPr>
            <a:xfrm rot="5400000">
              <a:off x="4966817" y="5409406"/>
              <a:ext cx="304800" cy="1588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0" name="Straight Connector 999"/>
            <p:cNvCxnSpPr/>
            <p:nvPr/>
          </p:nvCxnSpPr>
          <p:spPr>
            <a:xfrm>
              <a:off x="5118423" y="5257800"/>
              <a:ext cx="152388" cy="1588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1" name="Straight Connector 1000"/>
            <p:cNvCxnSpPr/>
            <p:nvPr/>
          </p:nvCxnSpPr>
          <p:spPr>
            <a:xfrm rot="5400000">
              <a:off x="5333500" y="5409406"/>
              <a:ext cx="304800" cy="1587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2" name="Straight Connector 1001"/>
            <p:cNvCxnSpPr/>
            <p:nvPr/>
          </p:nvCxnSpPr>
          <p:spPr>
            <a:xfrm>
              <a:off x="5639081" y="5562600"/>
              <a:ext cx="228582" cy="1588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3" name="Straight Connector 1002"/>
            <p:cNvCxnSpPr/>
            <p:nvPr/>
          </p:nvCxnSpPr>
          <p:spPr>
            <a:xfrm>
              <a:off x="6020050" y="5270500"/>
              <a:ext cx="228582" cy="1588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4" name="Straight Connector 1003"/>
            <p:cNvCxnSpPr/>
            <p:nvPr/>
          </p:nvCxnSpPr>
          <p:spPr>
            <a:xfrm>
              <a:off x="6248632" y="5573713"/>
              <a:ext cx="152388" cy="1587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5" name="Straight Connector 1004"/>
            <p:cNvCxnSpPr/>
            <p:nvPr/>
          </p:nvCxnSpPr>
          <p:spPr>
            <a:xfrm rot="5400000">
              <a:off x="5716057" y="5409406"/>
              <a:ext cx="304800" cy="1588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6" name="Straight Connector 1005"/>
            <p:cNvCxnSpPr/>
            <p:nvPr/>
          </p:nvCxnSpPr>
          <p:spPr>
            <a:xfrm>
              <a:off x="5880362" y="5270500"/>
              <a:ext cx="152388" cy="1588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7" name="Straight Connector 1006"/>
            <p:cNvCxnSpPr/>
            <p:nvPr/>
          </p:nvCxnSpPr>
          <p:spPr>
            <a:xfrm rot="5400000">
              <a:off x="6095439" y="5422106"/>
              <a:ext cx="304800" cy="1587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8" name="Straight Connector 1007"/>
            <p:cNvCxnSpPr/>
            <p:nvPr/>
          </p:nvCxnSpPr>
          <p:spPr>
            <a:xfrm>
              <a:off x="6401020" y="5575300"/>
              <a:ext cx="228582" cy="1588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9" name="Straight Connector 1008"/>
            <p:cNvCxnSpPr/>
            <p:nvPr/>
          </p:nvCxnSpPr>
          <p:spPr>
            <a:xfrm rot="5400000">
              <a:off x="6477995" y="5422106"/>
              <a:ext cx="304800" cy="1588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0" name="Straight Connector 1009"/>
            <p:cNvCxnSpPr/>
            <p:nvPr/>
          </p:nvCxnSpPr>
          <p:spPr>
            <a:xfrm>
              <a:off x="6629602" y="5283200"/>
              <a:ext cx="152388" cy="1588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1" name="Straight Connector 1010"/>
            <p:cNvCxnSpPr/>
            <p:nvPr/>
          </p:nvCxnSpPr>
          <p:spPr>
            <a:xfrm>
              <a:off x="6794688" y="5283200"/>
              <a:ext cx="228582" cy="1588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2" name="Straight Connector 1011"/>
            <p:cNvCxnSpPr/>
            <p:nvPr/>
          </p:nvCxnSpPr>
          <p:spPr>
            <a:xfrm>
              <a:off x="7023270" y="5586413"/>
              <a:ext cx="152388" cy="1587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3" name="Straight Connector 1012"/>
            <p:cNvCxnSpPr/>
            <p:nvPr/>
          </p:nvCxnSpPr>
          <p:spPr>
            <a:xfrm rot="5400000">
              <a:off x="6870077" y="5434806"/>
              <a:ext cx="304800" cy="1587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4" name="Straight Connector 1013"/>
            <p:cNvCxnSpPr/>
            <p:nvPr/>
          </p:nvCxnSpPr>
          <p:spPr>
            <a:xfrm>
              <a:off x="7175658" y="5283200"/>
              <a:ext cx="228582" cy="1588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5" name="Straight Connector 1014"/>
            <p:cNvCxnSpPr/>
            <p:nvPr/>
          </p:nvCxnSpPr>
          <p:spPr>
            <a:xfrm>
              <a:off x="7404239" y="5586413"/>
              <a:ext cx="152388" cy="1587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6" name="Straight Connector 1015"/>
            <p:cNvCxnSpPr/>
            <p:nvPr/>
          </p:nvCxnSpPr>
          <p:spPr>
            <a:xfrm rot="5400000">
              <a:off x="7251047" y="5434806"/>
              <a:ext cx="304800" cy="1587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7" name="Straight Connector 1016"/>
            <p:cNvCxnSpPr/>
            <p:nvPr/>
          </p:nvCxnSpPr>
          <p:spPr>
            <a:xfrm>
              <a:off x="7531229" y="5588000"/>
              <a:ext cx="228582" cy="1588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8" name="Straight Connector 1017"/>
            <p:cNvCxnSpPr/>
            <p:nvPr/>
          </p:nvCxnSpPr>
          <p:spPr>
            <a:xfrm rot="5400000">
              <a:off x="7608205" y="5434806"/>
              <a:ext cx="304800" cy="1588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9" name="Straight Connector 1018"/>
            <p:cNvCxnSpPr/>
            <p:nvPr/>
          </p:nvCxnSpPr>
          <p:spPr>
            <a:xfrm>
              <a:off x="7772510" y="5294313"/>
              <a:ext cx="152388" cy="1587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0" name="Straight Connector 1019"/>
            <p:cNvCxnSpPr/>
            <p:nvPr/>
          </p:nvCxnSpPr>
          <p:spPr>
            <a:xfrm>
              <a:off x="7924898" y="5588000"/>
              <a:ext cx="228582" cy="1588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1" name="Straight Connector 1020"/>
            <p:cNvCxnSpPr/>
            <p:nvPr/>
          </p:nvCxnSpPr>
          <p:spPr>
            <a:xfrm rot="5400000">
              <a:off x="8001873" y="5434806"/>
              <a:ext cx="304800" cy="1588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2" name="Straight Connector 1021"/>
            <p:cNvCxnSpPr/>
            <p:nvPr/>
          </p:nvCxnSpPr>
          <p:spPr>
            <a:xfrm>
              <a:off x="8166178" y="5294313"/>
              <a:ext cx="152388" cy="1587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3" name="Straight Connector 1022"/>
            <p:cNvCxnSpPr/>
            <p:nvPr/>
          </p:nvCxnSpPr>
          <p:spPr>
            <a:xfrm>
              <a:off x="8305867" y="5294313"/>
              <a:ext cx="228582" cy="1587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4" name="Straight Connector 1023"/>
            <p:cNvCxnSpPr/>
            <p:nvPr/>
          </p:nvCxnSpPr>
          <p:spPr>
            <a:xfrm>
              <a:off x="8534449" y="5597525"/>
              <a:ext cx="152388" cy="1588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5" name="Straight Connector 1024"/>
            <p:cNvCxnSpPr/>
            <p:nvPr/>
          </p:nvCxnSpPr>
          <p:spPr>
            <a:xfrm rot="5400000">
              <a:off x="8381256" y="5445919"/>
              <a:ext cx="304800" cy="1587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6" name="Straight Connector 1025"/>
            <p:cNvCxnSpPr/>
            <p:nvPr/>
          </p:nvCxnSpPr>
          <p:spPr>
            <a:xfrm rot="5400000">
              <a:off x="7009766" y="5422106"/>
              <a:ext cx="304800" cy="1587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7" name="Straight Connector 1026"/>
            <p:cNvCxnSpPr/>
            <p:nvPr/>
          </p:nvCxnSpPr>
          <p:spPr>
            <a:xfrm rot="5400000">
              <a:off x="7773292" y="5436394"/>
              <a:ext cx="304800" cy="1588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78" name="Group 435"/>
          <p:cNvGrpSpPr>
            <a:grpSpLocks/>
          </p:cNvGrpSpPr>
          <p:nvPr/>
        </p:nvGrpSpPr>
        <p:grpSpPr bwMode="auto">
          <a:xfrm>
            <a:off x="4498232" y="1357536"/>
            <a:ext cx="3733800" cy="371475"/>
            <a:chOff x="4915929" y="1853514"/>
            <a:chExt cx="3733800" cy="371390"/>
          </a:xfrm>
        </p:grpSpPr>
        <p:sp>
          <p:nvSpPr>
            <p:cNvPr id="1079" name="TextBox 387"/>
            <p:cNvSpPr txBox="1">
              <a:spLocks noChangeArrowheads="1"/>
            </p:cNvSpPr>
            <p:nvPr/>
          </p:nvSpPr>
          <p:spPr bwMode="auto">
            <a:xfrm>
              <a:off x="4915929" y="1855572"/>
              <a:ext cx="3048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/>
                <a:t>0</a:t>
              </a:r>
            </a:p>
          </p:txBody>
        </p:sp>
        <p:sp>
          <p:nvSpPr>
            <p:cNvPr id="1080" name="TextBox 388"/>
            <p:cNvSpPr txBox="1">
              <a:spLocks noChangeArrowheads="1"/>
            </p:cNvSpPr>
            <p:nvPr/>
          </p:nvSpPr>
          <p:spPr bwMode="auto">
            <a:xfrm>
              <a:off x="5309286" y="1853514"/>
              <a:ext cx="3048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/>
                <a:t>1</a:t>
              </a:r>
            </a:p>
          </p:txBody>
        </p:sp>
        <p:sp>
          <p:nvSpPr>
            <p:cNvPr id="1081" name="TextBox 389"/>
            <p:cNvSpPr txBox="1">
              <a:spLocks noChangeArrowheads="1"/>
            </p:cNvSpPr>
            <p:nvPr/>
          </p:nvSpPr>
          <p:spPr bwMode="auto">
            <a:xfrm>
              <a:off x="5675871" y="1854883"/>
              <a:ext cx="3048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/>
                <a:t>0</a:t>
              </a:r>
            </a:p>
          </p:txBody>
        </p:sp>
        <p:sp>
          <p:nvSpPr>
            <p:cNvPr id="1082" name="TextBox 390"/>
            <p:cNvSpPr txBox="1">
              <a:spLocks noChangeArrowheads="1"/>
            </p:cNvSpPr>
            <p:nvPr/>
          </p:nvSpPr>
          <p:spPr bwMode="auto">
            <a:xfrm>
              <a:off x="6058929" y="1855572"/>
              <a:ext cx="3048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/>
                <a:t>1</a:t>
              </a:r>
            </a:p>
          </p:txBody>
        </p:sp>
        <p:sp>
          <p:nvSpPr>
            <p:cNvPr id="1083" name="TextBox 391"/>
            <p:cNvSpPr txBox="1">
              <a:spLocks noChangeArrowheads="1"/>
            </p:cNvSpPr>
            <p:nvPr/>
          </p:nvSpPr>
          <p:spPr bwMode="auto">
            <a:xfrm>
              <a:off x="6437871" y="1853514"/>
              <a:ext cx="3048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/>
                <a:t>0</a:t>
              </a:r>
            </a:p>
          </p:txBody>
        </p:sp>
        <p:sp>
          <p:nvSpPr>
            <p:cNvPr id="1084" name="TextBox 392"/>
            <p:cNvSpPr txBox="1">
              <a:spLocks noChangeArrowheads="1"/>
            </p:cNvSpPr>
            <p:nvPr/>
          </p:nvSpPr>
          <p:spPr bwMode="auto">
            <a:xfrm>
              <a:off x="7580871" y="1853514"/>
              <a:ext cx="3048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/>
                <a:t>0</a:t>
              </a:r>
            </a:p>
          </p:txBody>
        </p:sp>
        <p:sp>
          <p:nvSpPr>
            <p:cNvPr id="1085" name="TextBox 393"/>
            <p:cNvSpPr txBox="1">
              <a:spLocks noChangeArrowheads="1"/>
            </p:cNvSpPr>
            <p:nvPr/>
          </p:nvSpPr>
          <p:spPr bwMode="auto">
            <a:xfrm>
              <a:off x="7951572" y="1853514"/>
              <a:ext cx="3048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/>
                <a:t>0</a:t>
              </a:r>
            </a:p>
          </p:txBody>
        </p:sp>
        <p:sp>
          <p:nvSpPr>
            <p:cNvPr id="1086" name="TextBox 394"/>
            <p:cNvSpPr txBox="1">
              <a:spLocks noChangeArrowheads="1"/>
            </p:cNvSpPr>
            <p:nvPr/>
          </p:nvSpPr>
          <p:spPr bwMode="auto">
            <a:xfrm>
              <a:off x="8344929" y="1855572"/>
              <a:ext cx="3048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/>
                <a:t>1</a:t>
              </a:r>
            </a:p>
          </p:txBody>
        </p:sp>
        <p:sp>
          <p:nvSpPr>
            <p:cNvPr id="1087" name="TextBox 395"/>
            <p:cNvSpPr txBox="1">
              <a:spLocks noChangeArrowheads="1"/>
            </p:cNvSpPr>
            <p:nvPr/>
          </p:nvSpPr>
          <p:spPr bwMode="auto">
            <a:xfrm>
              <a:off x="6818871" y="1853514"/>
              <a:ext cx="3048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/>
                <a:t>1</a:t>
              </a:r>
            </a:p>
          </p:txBody>
        </p:sp>
        <p:sp>
          <p:nvSpPr>
            <p:cNvPr id="1088" name="TextBox 396"/>
            <p:cNvSpPr txBox="1">
              <a:spLocks noChangeArrowheads="1"/>
            </p:cNvSpPr>
            <p:nvPr/>
          </p:nvSpPr>
          <p:spPr bwMode="auto">
            <a:xfrm>
              <a:off x="7199871" y="1853514"/>
              <a:ext cx="3048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/>
                <a:t>1</a:t>
              </a:r>
            </a:p>
          </p:txBody>
        </p:sp>
      </p:grpSp>
      <p:grpSp>
        <p:nvGrpSpPr>
          <p:cNvPr id="1089" name="Group 431"/>
          <p:cNvGrpSpPr>
            <a:grpSpLocks/>
          </p:cNvGrpSpPr>
          <p:nvPr/>
        </p:nvGrpSpPr>
        <p:grpSpPr bwMode="auto">
          <a:xfrm>
            <a:off x="4445844" y="5573936"/>
            <a:ext cx="4279900" cy="762000"/>
            <a:chOff x="4864443" y="5638800"/>
            <a:chExt cx="4279557" cy="762000"/>
          </a:xfrm>
        </p:grpSpPr>
        <p:cxnSp>
          <p:nvCxnSpPr>
            <p:cNvPr id="1090" name="Straight Arrow Connector 1089"/>
            <p:cNvCxnSpPr/>
            <p:nvPr/>
          </p:nvCxnSpPr>
          <p:spPr>
            <a:xfrm rot="5400000" flipH="1" flipV="1">
              <a:off x="4495349" y="6019006"/>
              <a:ext cx="762000" cy="15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1" name="Straight Arrow Connector 1090"/>
            <p:cNvCxnSpPr/>
            <p:nvPr/>
          </p:nvCxnSpPr>
          <p:spPr>
            <a:xfrm>
              <a:off x="4864443" y="6170613"/>
              <a:ext cx="4279557" cy="3175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2" name="Straight Connector 1091"/>
            <p:cNvCxnSpPr/>
            <p:nvPr/>
          </p:nvCxnSpPr>
          <p:spPr>
            <a:xfrm rot="5400000" flipH="1" flipV="1">
              <a:off x="4954105" y="6019006"/>
              <a:ext cx="609600" cy="1588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3" name="Straight Connector 1092"/>
            <p:cNvCxnSpPr/>
            <p:nvPr/>
          </p:nvCxnSpPr>
          <p:spPr>
            <a:xfrm rot="5400000" flipH="1" flipV="1">
              <a:off x="5335075" y="6017419"/>
              <a:ext cx="609600" cy="1588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4" name="Straight Connector 1093"/>
            <p:cNvCxnSpPr/>
            <p:nvPr/>
          </p:nvCxnSpPr>
          <p:spPr>
            <a:xfrm rot="5400000" flipH="1" flipV="1">
              <a:off x="5716044" y="6017419"/>
              <a:ext cx="609600" cy="1588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5" name="Straight Connector 1094"/>
            <p:cNvCxnSpPr/>
            <p:nvPr/>
          </p:nvCxnSpPr>
          <p:spPr>
            <a:xfrm rot="5400000" flipH="1" flipV="1">
              <a:off x="6097014" y="6017419"/>
              <a:ext cx="609600" cy="1588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6" name="Straight Connector 1095"/>
            <p:cNvCxnSpPr/>
            <p:nvPr/>
          </p:nvCxnSpPr>
          <p:spPr>
            <a:xfrm rot="5400000" flipH="1" flipV="1">
              <a:off x="6477983" y="6017419"/>
              <a:ext cx="609600" cy="1588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7" name="Straight Connector 1096"/>
            <p:cNvCxnSpPr/>
            <p:nvPr/>
          </p:nvCxnSpPr>
          <p:spPr>
            <a:xfrm rot="5400000" flipH="1" flipV="1">
              <a:off x="6858953" y="6017419"/>
              <a:ext cx="609600" cy="1588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8" name="Straight Connector 1097"/>
            <p:cNvCxnSpPr/>
            <p:nvPr/>
          </p:nvCxnSpPr>
          <p:spPr>
            <a:xfrm rot="5400000" flipH="1" flipV="1">
              <a:off x="7239922" y="6017419"/>
              <a:ext cx="609600" cy="1588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9" name="Straight Connector 1098"/>
            <p:cNvCxnSpPr/>
            <p:nvPr/>
          </p:nvCxnSpPr>
          <p:spPr>
            <a:xfrm rot="5400000" flipH="1" flipV="1">
              <a:off x="7620892" y="6017419"/>
              <a:ext cx="609600" cy="1588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0" name="Straight Connector 1099"/>
            <p:cNvCxnSpPr/>
            <p:nvPr/>
          </p:nvCxnSpPr>
          <p:spPr>
            <a:xfrm rot="5400000" flipH="1" flipV="1">
              <a:off x="8000274" y="6017419"/>
              <a:ext cx="609600" cy="1587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1" name="Straight Connector 1100"/>
            <p:cNvCxnSpPr/>
            <p:nvPr/>
          </p:nvCxnSpPr>
          <p:spPr>
            <a:xfrm rot="5400000" flipH="1" flipV="1">
              <a:off x="8381244" y="6017419"/>
              <a:ext cx="609600" cy="1587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2" name="Straight Connector 1101"/>
            <p:cNvCxnSpPr/>
            <p:nvPr/>
          </p:nvCxnSpPr>
          <p:spPr>
            <a:xfrm>
              <a:off x="4877142" y="6311900"/>
              <a:ext cx="228582" cy="1588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3" name="Straight Connector 1102"/>
            <p:cNvCxnSpPr/>
            <p:nvPr/>
          </p:nvCxnSpPr>
          <p:spPr>
            <a:xfrm rot="5400000">
              <a:off x="4966817" y="6171406"/>
              <a:ext cx="304800" cy="1588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4" name="Straight Connector 1103"/>
            <p:cNvCxnSpPr/>
            <p:nvPr/>
          </p:nvCxnSpPr>
          <p:spPr>
            <a:xfrm>
              <a:off x="5118423" y="6019800"/>
              <a:ext cx="152388" cy="1588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5" name="Straight Connector 1104"/>
            <p:cNvCxnSpPr/>
            <p:nvPr/>
          </p:nvCxnSpPr>
          <p:spPr>
            <a:xfrm>
              <a:off x="5258111" y="6019800"/>
              <a:ext cx="228582" cy="1588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6" name="Straight Connector 1105"/>
            <p:cNvCxnSpPr/>
            <p:nvPr/>
          </p:nvCxnSpPr>
          <p:spPr>
            <a:xfrm>
              <a:off x="5486693" y="6323013"/>
              <a:ext cx="152388" cy="1587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7" name="Straight Connector 1106"/>
            <p:cNvCxnSpPr/>
            <p:nvPr/>
          </p:nvCxnSpPr>
          <p:spPr>
            <a:xfrm rot="5400000">
              <a:off x="5333500" y="6171406"/>
              <a:ext cx="304800" cy="1587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8" name="Straight Connector 1107"/>
            <p:cNvCxnSpPr/>
            <p:nvPr/>
          </p:nvCxnSpPr>
          <p:spPr>
            <a:xfrm>
              <a:off x="5639081" y="6032500"/>
              <a:ext cx="228582" cy="1588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9" name="Straight Connector 1108"/>
            <p:cNvCxnSpPr/>
            <p:nvPr/>
          </p:nvCxnSpPr>
          <p:spPr>
            <a:xfrm>
              <a:off x="5867663" y="6335713"/>
              <a:ext cx="152388" cy="1587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0" name="Straight Connector 1109"/>
            <p:cNvCxnSpPr/>
            <p:nvPr/>
          </p:nvCxnSpPr>
          <p:spPr>
            <a:xfrm rot="5400000">
              <a:off x="5714470" y="6184106"/>
              <a:ext cx="304800" cy="1587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1" name="Straight Connector 1110"/>
            <p:cNvCxnSpPr/>
            <p:nvPr/>
          </p:nvCxnSpPr>
          <p:spPr>
            <a:xfrm>
              <a:off x="6020050" y="6337300"/>
              <a:ext cx="228582" cy="1588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2" name="Straight Connector 1111"/>
            <p:cNvCxnSpPr/>
            <p:nvPr/>
          </p:nvCxnSpPr>
          <p:spPr>
            <a:xfrm rot="5400000">
              <a:off x="6097026" y="6196806"/>
              <a:ext cx="304800" cy="1588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3" name="Straight Connector 1112"/>
            <p:cNvCxnSpPr/>
            <p:nvPr/>
          </p:nvCxnSpPr>
          <p:spPr>
            <a:xfrm>
              <a:off x="6248632" y="6045200"/>
              <a:ext cx="152388" cy="1588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4" name="Straight Connector 1113"/>
            <p:cNvCxnSpPr/>
            <p:nvPr/>
          </p:nvCxnSpPr>
          <p:spPr>
            <a:xfrm>
              <a:off x="6401020" y="6337300"/>
              <a:ext cx="228582" cy="1588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5" name="Straight Connector 1114"/>
            <p:cNvCxnSpPr/>
            <p:nvPr/>
          </p:nvCxnSpPr>
          <p:spPr>
            <a:xfrm rot="5400000">
              <a:off x="6477995" y="6196806"/>
              <a:ext cx="304800" cy="1588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6" name="Straight Connector 1115"/>
            <p:cNvCxnSpPr/>
            <p:nvPr/>
          </p:nvCxnSpPr>
          <p:spPr>
            <a:xfrm>
              <a:off x="6629602" y="6045200"/>
              <a:ext cx="152388" cy="1588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7" name="Straight Connector 1116"/>
            <p:cNvCxnSpPr/>
            <p:nvPr/>
          </p:nvCxnSpPr>
          <p:spPr>
            <a:xfrm>
              <a:off x="6794688" y="6045200"/>
              <a:ext cx="228582" cy="1588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8" name="Straight Connector 1117"/>
            <p:cNvCxnSpPr/>
            <p:nvPr/>
          </p:nvCxnSpPr>
          <p:spPr>
            <a:xfrm>
              <a:off x="7023270" y="6348413"/>
              <a:ext cx="152388" cy="1587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9" name="Straight Connector 1118"/>
            <p:cNvCxnSpPr/>
            <p:nvPr/>
          </p:nvCxnSpPr>
          <p:spPr>
            <a:xfrm rot="5400000">
              <a:off x="6870077" y="6196806"/>
              <a:ext cx="304800" cy="1587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0" name="Straight Connector 1119"/>
            <p:cNvCxnSpPr/>
            <p:nvPr/>
          </p:nvCxnSpPr>
          <p:spPr>
            <a:xfrm>
              <a:off x="7162959" y="6350000"/>
              <a:ext cx="228582" cy="1588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1" name="Straight Connector 1120"/>
            <p:cNvCxnSpPr/>
            <p:nvPr/>
          </p:nvCxnSpPr>
          <p:spPr>
            <a:xfrm rot="5400000">
              <a:off x="7239934" y="6207919"/>
              <a:ext cx="304800" cy="1588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2" name="Straight Connector 1121"/>
            <p:cNvCxnSpPr/>
            <p:nvPr/>
          </p:nvCxnSpPr>
          <p:spPr>
            <a:xfrm>
              <a:off x="7391540" y="6056313"/>
              <a:ext cx="152388" cy="1587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3" name="Straight Connector 1122"/>
            <p:cNvCxnSpPr/>
            <p:nvPr/>
          </p:nvCxnSpPr>
          <p:spPr>
            <a:xfrm>
              <a:off x="7543928" y="6350000"/>
              <a:ext cx="228582" cy="1588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4" name="Straight Connector 1123"/>
            <p:cNvCxnSpPr/>
            <p:nvPr/>
          </p:nvCxnSpPr>
          <p:spPr>
            <a:xfrm rot="5400000">
              <a:off x="7620904" y="6207919"/>
              <a:ext cx="304800" cy="1588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5" name="Straight Connector 1124"/>
            <p:cNvCxnSpPr/>
            <p:nvPr/>
          </p:nvCxnSpPr>
          <p:spPr>
            <a:xfrm>
              <a:off x="7772510" y="6056313"/>
              <a:ext cx="152388" cy="1587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6" name="Straight Connector 1125"/>
            <p:cNvCxnSpPr/>
            <p:nvPr/>
          </p:nvCxnSpPr>
          <p:spPr>
            <a:xfrm>
              <a:off x="7924898" y="6350000"/>
              <a:ext cx="228582" cy="1588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7" name="Straight Connector 1126"/>
            <p:cNvCxnSpPr/>
            <p:nvPr/>
          </p:nvCxnSpPr>
          <p:spPr>
            <a:xfrm rot="5400000">
              <a:off x="8001873" y="6207919"/>
              <a:ext cx="304800" cy="1588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8" name="Straight Connector 1127"/>
            <p:cNvCxnSpPr/>
            <p:nvPr/>
          </p:nvCxnSpPr>
          <p:spPr>
            <a:xfrm>
              <a:off x="8153479" y="6056313"/>
              <a:ext cx="152388" cy="1587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9" name="Straight Connector 1128"/>
            <p:cNvCxnSpPr/>
            <p:nvPr/>
          </p:nvCxnSpPr>
          <p:spPr>
            <a:xfrm>
              <a:off x="8320154" y="6059488"/>
              <a:ext cx="228582" cy="1587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0" name="Straight Connector 1129"/>
            <p:cNvCxnSpPr/>
            <p:nvPr/>
          </p:nvCxnSpPr>
          <p:spPr>
            <a:xfrm>
              <a:off x="8548736" y="6362700"/>
              <a:ext cx="152388" cy="1588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1" name="Straight Connector 1130"/>
            <p:cNvCxnSpPr/>
            <p:nvPr/>
          </p:nvCxnSpPr>
          <p:spPr>
            <a:xfrm rot="5400000">
              <a:off x="8395542" y="6211094"/>
              <a:ext cx="304800" cy="1588"/>
            </a:xfrm>
            <a:prstGeom prst="line">
              <a:avLst/>
            </a:prstGeom>
            <a:ln w="254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2" name="Straight Connector 1131"/>
            <p:cNvCxnSpPr/>
            <p:nvPr/>
          </p:nvCxnSpPr>
          <p:spPr>
            <a:xfrm rot="5400000">
              <a:off x="5487475" y="6171406"/>
              <a:ext cx="304800" cy="1588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3" name="Straight Connector 1132"/>
            <p:cNvCxnSpPr/>
            <p:nvPr/>
          </p:nvCxnSpPr>
          <p:spPr>
            <a:xfrm rot="5400000">
              <a:off x="6260526" y="6184106"/>
              <a:ext cx="304800" cy="1587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4" name="Straight Connector 1133"/>
            <p:cNvCxnSpPr/>
            <p:nvPr/>
          </p:nvCxnSpPr>
          <p:spPr>
            <a:xfrm rot="5400000">
              <a:off x="7403434" y="6207919"/>
              <a:ext cx="304800" cy="1587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5" name="Straight Connector 1134"/>
            <p:cNvCxnSpPr/>
            <p:nvPr/>
          </p:nvCxnSpPr>
          <p:spPr>
            <a:xfrm rot="5400000">
              <a:off x="7773292" y="6211094"/>
              <a:ext cx="304800" cy="1588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86" name="Group 507"/>
          <p:cNvGrpSpPr>
            <a:grpSpLocks/>
          </p:cNvGrpSpPr>
          <p:nvPr/>
        </p:nvGrpSpPr>
        <p:grpSpPr bwMode="auto">
          <a:xfrm>
            <a:off x="191344" y="1738536"/>
            <a:ext cx="2057400" cy="4114800"/>
            <a:chOff x="609600" y="2209800"/>
            <a:chExt cx="2057400" cy="4114800"/>
          </a:xfrm>
        </p:grpSpPr>
        <p:pic>
          <p:nvPicPr>
            <p:cNvPr id="1187" name="Picture 1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0" y="3733800"/>
              <a:ext cx="885825" cy="495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88" name="Picture 1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5000" y="2209800"/>
              <a:ext cx="733425" cy="495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89" name="Picture 16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5000" y="4162425"/>
              <a:ext cx="742950" cy="485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90" name="Picture 18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5000" y="5810250"/>
              <a:ext cx="762000" cy="514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191" name="Straight Connector 1190"/>
            <p:cNvCxnSpPr/>
            <p:nvPr/>
          </p:nvCxnSpPr>
          <p:spPr>
            <a:xfrm rot="5400000">
              <a:off x="-152399" y="4267200"/>
              <a:ext cx="3657600" cy="317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2" name="Straight Connector 1191"/>
            <p:cNvCxnSpPr/>
            <p:nvPr/>
          </p:nvCxnSpPr>
          <p:spPr>
            <a:xfrm>
              <a:off x="1447800" y="3962400"/>
              <a:ext cx="22860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3" name="Straight Connector 1192"/>
            <p:cNvCxnSpPr/>
            <p:nvPr/>
          </p:nvCxnSpPr>
          <p:spPr>
            <a:xfrm>
              <a:off x="1676400" y="2438400"/>
              <a:ext cx="22860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4" name="Straight Connector 1193"/>
            <p:cNvCxnSpPr/>
            <p:nvPr/>
          </p:nvCxnSpPr>
          <p:spPr>
            <a:xfrm>
              <a:off x="1676400" y="4379913"/>
              <a:ext cx="22860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5" name="Straight Connector 1194"/>
            <p:cNvCxnSpPr/>
            <p:nvPr/>
          </p:nvCxnSpPr>
          <p:spPr>
            <a:xfrm>
              <a:off x="1676400" y="6081713"/>
              <a:ext cx="22860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96" name="TextBox 1195"/>
          <p:cNvSpPr txBox="1">
            <a:spLocks noChangeArrowheads="1"/>
          </p:cNvSpPr>
          <p:nvPr/>
        </p:nvSpPr>
        <p:spPr bwMode="auto">
          <a:xfrm>
            <a:off x="1283544" y="2195736"/>
            <a:ext cx="1219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z="1200" b="1" i="1">
                <a:solidFill>
                  <a:srgbClr val="0033CC"/>
                </a:solidFill>
              </a:rPr>
              <a:t> only positive</a:t>
            </a:r>
          </a:p>
          <a:p>
            <a:pPr eaLnBrk="1" hangingPunct="1"/>
            <a:r>
              <a:rPr lang="en-US" sz="1200" b="1" i="1">
                <a:solidFill>
                  <a:srgbClr val="0033CC"/>
                </a:solidFill>
              </a:rPr>
              <a:t>         or</a:t>
            </a:r>
          </a:p>
          <a:p>
            <a:pPr eaLnBrk="1" hangingPunct="1"/>
            <a:r>
              <a:rPr lang="en-US" sz="1200" b="1" i="1">
                <a:solidFill>
                  <a:srgbClr val="0033CC"/>
                </a:solidFill>
              </a:rPr>
              <a:t>only negative</a:t>
            </a:r>
          </a:p>
        </p:txBody>
      </p:sp>
      <p:sp>
        <p:nvSpPr>
          <p:cNvPr id="1197" name="TextBox 1196"/>
          <p:cNvSpPr txBox="1">
            <a:spLocks noChangeArrowheads="1"/>
          </p:cNvSpPr>
          <p:nvPr/>
        </p:nvSpPr>
        <p:spPr bwMode="auto">
          <a:xfrm>
            <a:off x="1485157" y="4140424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z="1200" b="1" i="1" dirty="0" smtClean="0">
                <a:solidFill>
                  <a:srgbClr val="0033CC"/>
                </a:solidFill>
              </a:rPr>
              <a:t>positive</a:t>
            </a:r>
            <a:endParaRPr lang="en-US" sz="1200" b="1" i="1" dirty="0">
              <a:solidFill>
                <a:srgbClr val="0033CC"/>
              </a:solidFill>
            </a:endParaRPr>
          </a:p>
          <a:p>
            <a:pPr eaLnBrk="1" hangingPunct="1"/>
            <a:r>
              <a:rPr lang="en-US" sz="1200" b="1" i="1" dirty="0" smtClean="0">
                <a:solidFill>
                  <a:srgbClr val="0033CC"/>
                </a:solidFill>
              </a:rPr>
              <a:t>negative</a:t>
            </a:r>
            <a:endParaRPr lang="en-US" sz="1200" b="1" i="1" dirty="0">
              <a:solidFill>
                <a:srgbClr val="0033CC"/>
              </a:solidFill>
            </a:endParaRPr>
          </a:p>
        </p:txBody>
      </p:sp>
      <p:sp>
        <p:nvSpPr>
          <p:cNvPr id="1198" name="TextBox 1197"/>
          <p:cNvSpPr txBox="1">
            <a:spLocks noChangeArrowheads="1"/>
          </p:cNvSpPr>
          <p:nvPr/>
        </p:nvSpPr>
        <p:spPr bwMode="auto">
          <a:xfrm>
            <a:off x="800944" y="5805711"/>
            <a:ext cx="19812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z="1200" b="1" i="1" dirty="0" smtClean="0">
                <a:solidFill>
                  <a:srgbClr val="0033CC"/>
                </a:solidFill>
              </a:rPr>
              <a:t>positive, negative &amp; zero  </a:t>
            </a:r>
            <a:endParaRPr lang="en-US" sz="1200" b="1" i="1" dirty="0">
              <a:solidFill>
                <a:srgbClr val="0033CC"/>
              </a:solidFill>
            </a:endParaRPr>
          </a:p>
        </p:txBody>
      </p:sp>
      <p:grpSp>
        <p:nvGrpSpPr>
          <p:cNvPr id="1199" name="Group 532"/>
          <p:cNvGrpSpPr>
            <a:grpSpLocks/>
          </p:cNvGrpSpPr>
          <p:nvPr/>
        </p:nvGrpSpPr>
        <p:grpSpPr bwMode="auto">
          <a:xfrm>
            <a:off x="2186832" y="3154586"/>
            <a:ext cx="977900" cy="2625725"/>
            <a:chOff x="2605215" y="3626193"/>
            <a:chExt cx="978243" cy="2625039"/>
          </a:xfrm>
        </p:grpSpPr>
        <p:pic>
          <p:nvPicPr>
            <p:cNvPr id="1200" name="Picture 11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1271" y="4848225"/>
              <a:ext cx="219075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01" name="Picture 17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9108" y="6032157"/>
              <a:ext cx="514350" cy="2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02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72714" y="3626193"/>
              <a:ext cx="438150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203" name="Straight Connector 1202"/>
            <p:cNvCxnSpPr/>
            <p:nvPr/>
          </p:nvCxnSpPr>
          <p:spPr>
            <a:xfrm rot="5400000">
              <a:off x="1613426" y="4952996"/>
              <a:ext cx="2439351" cy="158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4" name="Straight Connector 1203"/>
            <p:cNvCxnSpPr/>
            <p:nvPr/>
          </p:nvCxnSpPr>
          <p:spPr>
            <a:xfrm>
              <a:off x="2605215" y="4405452"/>
              <a:ext cx="22868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5" name="Straight Connector 1204"/>
            <p:cNvCxnSpPr/>
            <p:nvPr/>
          </p:nvCxnSpPr>
          <p:spPr>
            <a:xfrm>
              <a:off x="2819602" y="3734115"/>
              <a:ext cx="22868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6" name="Straight Connector 1205"/>
            <p:cNvCxnSpPr/>
            <p:nvPr/>
          </p:nvCxnSpPr>
          <p:spPr>
            <a:xfrm>
              <a:off x="2819602" y="4926016"/>
              <a:ext cx="22868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7" name="Straight Connector 1206"/>
            <p:cNvCxnSpPr/>
            <p:nvPr/>
          </p:nvCxnSpPr>
          <p:spPr>
            <a:xfrm>
              <a:off x="2819602" y="6170291"/>
              <a:ext cx="22868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08" name="Group 533"/>
          <p:cNvGrpSpPr>
            <a:grpSpLocks/>
          </p:cNvGrpSpPr>
          <p:nvPr/>
        </p:nvGrpSpPr>
        <p:grpSpPr bwMode="auto">
          <a:xfrm>
            <a:off x="3086944" y="2779936"/>
            <a:ext cx="1162050" cy="1055688"/>
            <a:chOff x="3505200" y="3251886"/>
            <a:chExt cx="1162050" cy="1054443"/>
          </a:xfrm>
        </p:grpSpPr>
        <p:pic>
          <p:nvPicPr>
            <p:cNvPr id="1209" name="Picture 7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4800" y="3251886"/>
              <a:ext cx="55245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10" name="Picture 8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4800" y="4096779"/>
              <a:ext cx="533400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211" name="Straight Connector 1210"/>
            <p:cNvCxnSpPr/>
            <p:nvPr/>
          </p:nvCxnSpPr>
          <p:spPr>
            <a:xfrm rot="5400000">
              <a:off x="3315195" y="3771971"/>
              <a:ext cx="838798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2" name="Straight Connector 1211"/>
            <p:cNvCxnSpPr/>
            <p:nvPr/>
          </p:nvCxnSpPr>
          <p:spPr>
            <a:xfrm>
              <a:off x="3505200" y="3732332"/>
              <a:ext cx="228600" cy="158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3" name="Straight Connector 1212"/>
            <p:cNvCxnSpPr/>
            <p:nvPr/>
          </p:nvCxnSpPr>
          <p:spPr>
            <a:xfrm>
              <a:off x="3746500" y="3364466"/>
              <a:ext cx="228600" cy="158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4" name="Straight Connector 1213"/>
            <p:cNvCxnSpPr/>
            <p:nvPr/>
          </p:nvCxnSpPr>
          <p:spPr>
            <a:xfrm>
              <a:off x="3733800" y="4176308"/>
              <a:ext cx="228600" cy="158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15" name="Group 534"/>
          <p:cNvGrpSpPr>
            <a:grpSpLocks/>
          </p:cNvGrpSpPr>
          <p:nvPr/>
        </p:nvGrpSpPr>
        <p:grpSpPr bwMode="auto">
          <a:xfrm>
            <a:off x="3175844" y="5192936"/>
            <a:ext cx="1243013" cy="1069975"/>
            <a:chOff x="3593757" y="5663514"/>
            <a:chExt cx="1242987" cy="1070661"/>
          </a:xfrm>
        </p:grpSpPr>
        <p:pic>
          <p:nvPicPr>
            <p:cNvPr id="1216" name="Picture 12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10914" y="5663514"/>
              <a:ext cx="92583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17" name="Picture 13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62400" y="6400800"/>
              <a:ext cx="790575" cy="333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218" name="Straight Connector 1217"/>
            <p:cNvCxnSpPr/>
            <p:nvPr/>
          </p:nvCxnSpPr>
          <p:spPr>
            <a:xfrm rot="5400000">
              <a:off x="3314879" y="6209170"/>
              <a:ext cx="838737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9" name="Straight Connector 1218"/>
            <p:cNvCxnSpPr/>
            <p:nvPr/>
          </p:nvCxnSpPr>
          <p:spPr>
            <a:xfrm flipV="1">
              <a:off x="3593757" y="6171840"/>
              <a:ext cx="13969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0" name="Straight Connector 1219"/>
            <p:cNvCxnSpPr/>
            <p:nvPr/>
          </p:nvCxnSpPr>
          <p:spPr>
            <a:xfrm flipV="1">
              <a:off x="3746154" y="5803304"/>
              <a:ext cx="139697" cy="158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1" name="Straight Connector 1220"/>
            <p:cNvCxnSpPr/>
            <p:nvPr/>
          </p:nvCxnSpPr>
          <p:spPr>
            <a:xfrm flipV="1">
              <a:off x="3746154" y="6629333"/>
              <a:ext cx="13969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Rectangle 9"/>
          <p:cNvSpPr/>
          <p:nvPr/>
        </p:nvSpPr>
        <p:spPr>
          <a:xfrm>
            <a:off x="9408368" y="1380955"/>
            <a:ext cx="22602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Baseband </a:t>
            </a:r>
            <a:r>
              <a:rPr lang="en-US" b="1" dirty="0" smtClean="0">
                <a:solidFill>
                  <a:srgbClr val="FF0000"/>
                </a:solidFill>
              </a:rPr>
              <a:t>Utilization</a:t>
            </a:r>
            <a:endParaRPr lang="en-IN" dirty="0"/>
          </a:p>
        </p:txBody>
      </p:sp>
      <p:sp>
        <p:nvSpPr>
          <p:cNvPr id="1252" name="Rectangle 1251"/>
          <p:cNvSpPr/>
          <p:nvPr/>
        </p:nvSpPr>
        <p:spPr>
          <a:xfrm>
            <a:off x="9408368" y="1811130"/>
            <a:ext cx="22452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Self Synchronization</a:t>
            </a:r>
            <a:endParaRPr lang="en-IN" dirty="0"/>
          </a:p>
        </p:txBody>
      </p:sp>
      <p:sp>
        <p:nvSpPr>
          <p:cNvPr id="1254" name="Rectangle 1253"/>
          <p:cNvSpPr/>
          <p:nvPr/>
        </p:nvSpPr>
        <p:spPr>
          <a:xfrm>
            <a:off x="8976320" y="5147900"/>
            <a:ext cx="28226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Polarity Inversion Problem</a:t>
            </a:r>
            <a:endParaRPr lang="en-IN" dirty="0"/>
          </a:p>
        </p:txBody>
      </p:sp>
      <p:sp>
        <p:nvSpPr>
          <p:cNvPr id="1255" name="Rectangle 1254"/>
          <p:cNvSpPr/>
          <p:nvPr/>
        </p:nvSpPr>
        <p:spPr>
          <a:xfrm>
            <a:off x="8976320" y="2564904"/>
            <a:ext cx="276229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Synchronization Problem 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for both long 0 and long 1</a:t>
            </a:r>
            <a:endParaRPr lang="en-IN" dirty="0"/>
          </a:p>
        </p:txBody>
      </p:sp>
      <p:sp>
        <p:nvSpPr>
          <p:cNvPr id="1256" name="Rectangle 1255"/>
          <p:cNvSpPr/>
          <p:nvPr/>
        </p:nvSpPr>
        <p:spPr>
          <a:xfrm>
            <a:off x="8976320" y="3358733"/>
            <a:ext cx="271420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Synchronization Problem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            only for long 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975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4" grpId="0"/>
      <p:bldP spid="1255" grpId="0"/>
      <p:bldP spid="125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/>
              <a:t>Broadband Communication : Modulation Techniques</a:t>
            </a:r>
            <a:endParaRPr lang="en-US" dirty="0"/>
          </a:p>
        </p:txBody>
      </p:sp>
      <p:sp>
        <p:nvSpPr>
          <p:cNvPr id="292" name="TextBox 291"/>
          <p:cNvSpPr txBox="1"/>
          <p:nvPr/>
        </p:nvSpPr>
        <p:spPr>
          <a:xfrm>
            <a:off x="407368" y="908720"/>
            <a:ext cx="83820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latin typeface="+mj-lt"/>
                <a:cs typeface="+mn-cs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+mj-lt"/>
                <a:cs typeface="+mn-cs"/>
              </a:rPr>
              <a:t>Digital Modulation </a:t>
            </a:r>
            <a:r>
              <a:rPr lang="en-US" sz="2000" dirty="0">
                <a:latin typeface="+mj-lt"/>
                <a:cs typeface="+mn-cs"/>
              </a:rPr>
              <a:t>is the process of converting digital data to analog signals</a:t>
            </a:r>
            <a:r>
              <a:rPr lang="en-US" sz="2000" dirty="0">
                <a:solidFill>
                  <a:srgbClr val="FF0000"/>
                </a:solidFill>
                <a:latin typeface="+mj-lt"/>
                <a:cs typeface="+mn-cs"/>
              </a:rPr>
              <a:t> </a:t>
            </a:r>
          </a:p>
        </p:txBody>
      </p:sp>
      <p:pic>
        <p:nvPicPr>
          <p:cNvPr id="29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040" y="1578198"/>
            <a:ext cx="39624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3736" y="1425798"/>
            <a:ext cx="48768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5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2200" y="3952453"/>
            <a:ext cx="46577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96" name="Group 18"/>
          <p:cNvGrpSpPr>
            <a:grpSpLocks/>
          </p:cNvGrpSpPr>
          <p:nvPr/>
        </p:nvGrpSpPr>
        <p:grpSpPr bwMode="auto">
          <a:xfrm>
            <a:off x="5019600" y="4571578"/>
            <a:ext cx="6432550" cy="676275"/>
            <a:chOff x="2514600" y="3362325"/>
            <a:chExt cx="6432550" cy="914400"/>
          </a:xfrm>
        </p:grpSpPr>
        <p:pic>
          <p:nvPicPr>
            <p:cNvPr id="297" name="Picture 3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79900" y="3362325"/>
              <a:ext cx="4667250" cy="914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8" name="TextBox 14"/>
            <p:cNvSpPr txBox="1">
              <a:spLocks noChangeArrowheads="1"/>
            </p:cNvSpPr>
            <p:nvPr/>
          </p:nvSpPr>
          <p:spPr bwMode="auto">
            <a:xfrm>
              <a:off x="2514600" y="3581400"/>
              <a:ext cx="175260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400"/>
                <a:t>Change  Amplitude</a:t>
              </a:r>
            </a:p>
          </p:txBody>
        </p:sp>
      </p:grpSp>
      <p:grpSp>
        <p:nvGrpSpPr>
          <p:cNvPr id="299" name="Group 19"/>
          <p:cNvGrpSpPr>
            <a:grpSpLocks/>
          </p:cNvGrpSpPr>
          <p:nvPr/>
        </p:nvGrpSpPr>
        <p:grpSpPr bwMode="auto">
          <a:xfrm>
            <a:off x="5019600" y="5257378"/>
            <a:ext cx="6477000" cy="600075"/>
            <a:chOff x="2514600" y="4276725"/>
            <a:chExt cx="6477000" cy="1095375"/>
          </a:xfrm>
        </p:grpSpPr>
        <p:pic>
          <p:nvPicPr>
            <p:cNvPr id="300" name="Picture 4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33875" y="4276725"/>
              <a:ext cx="4657725" cy="1095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1" name="TextBox 15"/>
            <p:cNvSpPr txBox="1">
              <a:spLocks noChangeArrowheads="1"/>
            </p:cNvSpPr>
            <p:nvPr/>
          </p:nvSpPr>
          <p:spPr bwMode="auto">
            <a:xfrm>
              <a:off x="2514600" y="4631197"/>
              <a:ext cx="175260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400"/>
                <a:t>Change  Frequency</a:t>
              </a:r>
            </a:p>
          </p:txBody>
        </p:sp>
      </p:grpSp>
      <p:grpSp>
        <p:nvGrpSpPr>
          <p:cNvPr id="302" name="Group 20"/>
          <p:cNvGrpSpPr>
            <a:grpSpLocks/>
          </p:cNvGrpSpPr>
          <p:nvPr/>
        </p:nvGrpSpPr>
        <p:grpSpPr bwMode="auto">
          <a:xfrm>
            <a:off x="5248200" y="5857453"/>
            <a:ext cx="6219825" cy="523875"/>
            <a:chOff x="2743200" y="5343525"/>
            <a:chExt cx="6219825" cy="1057275"/>
          </a:xfrm>
        </p:grpSpPr>
        <p:pic>
          <p:nvPicPr>
            <p:cNvPr id="303" name="Picture 5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67200" y="5343525"/>
              <a:ext cx="4695825" cy="1057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4" name="TextBox 16"/>
            <p:cNvSpPr txBox="1">
              <a:spLocks noChangeArrowheads="1"/>
            </p:cNvSpPr>
            <p:nvPr/>
          </p:nvSpPr>
          <p:spPr bwMode="auto">
            <a:xfrm>
              <a:off x="2743200" y="5778500"/>
              <a:ext cx="175260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400"/>
                <a:t>Change  Phase</a:t>
              </a:r>
            </a:p>
          </p:txBody>
        </p:sp>
      </p:grpSp>
      <p:pic>
        <p:nvPicPr>
          <p:cNvPr id="305" name="Picture 30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7400" y="5924128"/>
            <a:ext cx="213360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6" name="Picture 26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3600" y="5876503"/>
            <a:ext cx="233362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07" name="Straight Arrow Connector 306"/>
          <p:cNvCxnSpPr/>
          <p:nvPr/>
        </p:nvCxnSpPr>
        <p:spPr>
          <a:xfrm flipH="1">
            <a:off x="3503712" y="5009728"/>
            <a:ext cx="1896888" cy="9366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8" name="Picture 27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3600" y="5952703"/>
            <a:ext cx="2352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09" name="Straight Arrow Connector 308"/>
          <p:cNvCxnSpPr/>
          <p:nvPr/>
        </p:nvCxnSpPr>
        <p:spPr>
          <a:xfrm flipH="1">
            <a:off x="4151784" y="5589240"/>
            <a:ext cx="944016" cy="29478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0" name="Picture 29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7400" y="5949528"/>
            <a:ext cx="240982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11" name="Straight Arrow Connector 310"/>
          <p:cNvCxnSpPr/>
          <p:nvPr/>
        </p:nvCxnSpPr>
        <p:spPr>
          <a:xfrm flipH="1" flipV="1">
            <a:off x="4678287" y="6200353"/>
            <a:ext cx="595313" cy="285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2" name="Picture 29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488" y="3235906"/>
            <a:ext cx="3581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13" name="Group 40"/>
          <p:cNvGrpSpPr>
            <a:grpSpLocks/>
          </p:cNvGrpSpPr>
          <p:nvPr/>
        </p:nvGrpSpPr>
        <p:grpSpPr bwMode="auto">
          <a:xfrm>
            <a:off x="1064840" y="4092798"/>
            <a:ext cx="1895475" cy="1123950"/>
            <a:chOff x="152400" y="4572000"/>
            <a:chExt cx="1895475" cy="1123950"/>
          </a:xfrm>
        </p:grpSpPr>
        <p:pic>
          <p:nvPicPr>
            <p:cNvPr id="314" name="Picture 30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400" y="5105400"/>
              <a:ext cx="1895475" cy="590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15" name="Straight Arrow Connector 314"/>
            <p:cNvCxnSpPr/>
            <p:nvPr/>
          </p:nvCxnSpPr>
          <p:spPr>
            <a:xfrm rot="5400000" flipH="1" flipV="1">
              <a:off x="1371600" y="4572000"/>
              <a:ext cx="533400" cy="533400"/>
            </a:xfrm>
            <a:prstGeom prst="straightConnector1">
              <a:avLst/>
            </a:prstGeom>
            <a:ln w="12700">
              <a:solidFill>
                <a:srgbClr val="0033CC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8112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/>
              <a:t>Broadband Communication : Modulation Techniques</a:t>
            </a:r>
            <a:endParaRPr lang="en-US" dirty="0"/>
          </a:p>
        </p:txBody>
      </p:sp>
      <p:sp>
        <p:nvSpPr>
          <p:cNvPr id="292" name="TextBox 291"/>
          <p:cNvSpPr txBox="1"/>
          <p:nvPr/>
        </p:nvSpPr>
        <p:spPr>
          <a:xfrm>
            <a:off x="407368" y="908720"/>
            <a:ext cx="83820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latin typeface="+mj-lt"/>
                <a:cs typeface="+mn-cs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+mj-lt"/>
                <a:cs typeface="+mn-cs"/>
              </a:rPr>
              <a:t>Digital Modulation </a:t>
            </a:r>
            <a:r>
              <a:rPr lang="en-US" sz="2000" dirty="0">
                <a:latin typeface="+mj-lt"/>
                <a:cs typeface="+mn-cs"/>
              </a:rPr>
              <a:t>is the process of converting digital data to analog signals</a:t>
            </a:r>
            <a:r>
              <a:rPr lang="en-US" sz="2000" dirty="0">
                <a:solidFill>
                  <a:srgbClr val="FF0000"/>
                </a:solidFill>
                <a:latin typeface="+mj-lt"/>
                <a:cs typeface="+mn-cs"/>
              </a:rPr>
              <a:t> </a:t>
            </a:r>
          </a:p>
        </p:txBody>
      </p:sp>
      <p:pic>
        <p:nvPicPr>
          <p:cNvPr id="29" name="Picture 1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17271" y="1627463"/>
            <a:ext cx="4255393" cy="193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" name="Picture 10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64627" y="1611780"/>
            <a:ext cx="3846868" cy="1949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" name="Picture 2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804" y="1916832"/>
            <a:ext cx="3581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5"/>
          <p:cNvGrpSpPr/>
          <p:nvPr/>
        </p:nvGrpSpPr>
        <p:grpSpPr>
          <a:xfrm>
            <a:off x="4264627" y="3875095"/>
            <a:ext cx="7664021" cy="2434225"/>
            <a:chOff x="4264627" y="3875095"/>
            <a:chExt cx="7664021" cy="2434225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660051" y="3875095"/>
              <a:ext cx="5268597" cy="2434225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264627" y="4509120"/>
              <a:ext cx="1905266" cy="676369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410196" y="5445224"/>
              <a:ext cx="1800476" cy="65731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47433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/>
              <a:t>MAC Protocols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8" y="1484784"/>
            <a:ext cx="6431837" cy="4407790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6892663" y="1052736"/>
            <a:ext cx="4952044" cy="2440605"/>
            <a:chOff x="6892663" y="1052736"/>
            <a:chExt cx="4952044" cy="2440605"/>
          </a:xfrm>
        </p:grpSpPr>
        <p:pic>
          <p:nvPicPr>
            <p:cNvPr id="6" name="Picture 8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34371" y="1052736"/>
              <a:ext cx="4910336" cy="1600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Rectangle 2"/>
            <p:cNvSpPr/>
            <p:nvPr/>
          </p:nvSpPr>
          <p:spPr>
            <a:xfrm>
              <a:off x="6892663" y="2847010"/>
              <a:ext cx="4901278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buFont typeface="Arial" charset="0"/>
                <a:buNone/>
                <a:defRPr/>
              </a:pPr>
              <a:r>
                <a:rPr lang="en-US" b="1" dirty="0" smtClean="0">
                  <a:solidFill>
                    <a:srgbClr val="FF0000"/>
                  </a:solidFill>
                </a:rPr>
                <a:t>Baseband Communication using Line Encoding</a:t>
              </a:r>
              <a:r>
                <a:rPr lang="en-US" b="1" dirty="0" smtClean="0">
                  <a:solidFill>
                    <a:srgbClr val="0070C0"/>
                  </a:solidFill>
                </a:rPr>
                <a:t>:</a:t>
              </a:r>
            </a:p>
            <a:p>
              <a:pPr>
                <a:buFont typeface="Arial" charset="0"/>
                <a:buNone/>
                <a:defRPr/>
              </a:pPr>
              <a:r>
                <a:rPr lang="en-US" b="1" dirty="0" smtClean="0">
                  <a:solidFill>
                    <a:srgbClr val="0070C0"/>
                  </a:solidFill>
                </a:rPr>
                <a:t>NRZ, Manchester and  Differential Manchester</a:t>
              </a:r>
              <a:endParaRPr lang="en-US" b="1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6888088" y="4221088"/>
            <a:ext cx="4960664" cy="2160240"/>
            <a:chOff x="6888088" y="4221088"/>
            <a:chExt cx="4960664" cy="2160240"/>
          </a:xfrm>
        </p:grpSpPr>
        <p:pic>
          <p:nvPicPr>
            <p:cNvPr id="7" name="Picture 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2432" y="4221088"/>
              <a:ext cx="4766320" cy="13925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Rectangle 8"/>
            <p:cNvSpPr/>
            <p:nvPr/>
          </p:nvSpPr>
          <p:spPr>
            <a:xfrm>
              <a:off x="6888088" y="5734997"/>
              <a:ext cx="4766626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buFont typeface="Arial" charset="0"/>
                <a:buNone/>
                <a:defRPr/>
              </a:pPr>
              <a:r>
                <a:rPr lang="en-US" b="1" dirty="0" smtClean="0">
                  <a:solidFill>
                    <a:srgbClr val="FF0000"/>
                  </a:solidFill>
                </a:rPr>
                <a:t>Broadband Communication using Modulation</a:t>
              </a:r>
              <a:r>
                <a:rPr lang="en-US" b="1" dirty="0" smtClean="0">
                  <a:solidFill>
                    <a:srgbClr val="0070C0"/>
                  </a:solidFill>
                </a:rPr>
                <a:t>:</a:t>
              </a:r>
            </a:p>
            <a:p>
              <a:pPr>
                <a:buFont typeface="Arial" charset="0"/>
                <a:buNone/>
                <a:defRPr/>
              </a:pPr>
              <a:r>
                <a:rPr lang="en-US" b="1" dirty="0" smtClean="0">
                  <a:solidFill>
                    <a:srgbClr val="0070C0"/>
                  </a:solidFill>
                </a:rPr>
                <a:t>ASK, FSK, PSK and QAM</a:t>
              </a:r>
              <a:endParaRPr lang="en-US" b="1" dirty="0">
                <a:solidFill>
                  <a:srgbClr val="0070C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1900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/>
              <a:t>MAC Protocols</a:t>
            </a:r>
            <a:endParaRPr lang="en-US" dirty="0"/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75920" y="1772816"/>
            <a:ext cx="6096000" cy="288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60" y="1291170"/>
            <a:ext cx="4010585" cy="450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421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/>
              <a:t>MAC Protocols : Channelization Protocols</a:t>
            </a:r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9376" y="1196752"/>
            <a:ext cx="57150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" name="Group 21"/>
          <p:cNvGrpSpPr>
            <a:grpSpLocks/>
          </p:cNvGrpSpPr>
          <p:nvPr/>
        </p:nvGrpSpPr>
        <p:grpSpPr bwMode="auto">
          <a:xfrm>
            <a:off x="2384376" y="3173190"/>
            <a:ext cx="2351088" cy="1981200"/>
            <a:chOff x="3657600" y="3200401"/>
            <a:chExt cx="2350848" cy="1981199"/>
          </a:xfrm>
        </p:grpSpPr>
        <p:grpSp>
          <p:nvGrpSpPr>
            <p:cNvPr id="9" name="Group 13"/>
            <p:cNvGrpSpPr>
              <a:grpSpLocks/>
            </p:cNvGrpSpPr>
            <p:nvPr/>
          </p:nvGrpSpPr>
          <p:grpSpPr bwMode="auto">
            <a:xfrm>
              <a:off x="3657600" y="3276600"/>
              <a:ext cx="2286000" cy="1905000"/>
              <a:chOff x="3657600" y="2971800"/>
              <a:chExt cx="2286000" cy="1905000"/>
            </a:xfrm>
          </p:grpSpPr>
          <p:cxnSp>
            <p:nvCxnSpPr>
              <p:cNvPr id="14" name="Straight Arrow Connector 13"/>
              <p:cNvCxnSpPr/>
              <p:nvPr/>
            </p:nvCxnSpPr>
            <p:spPr>
              <a:xfrm>
                <a:off x="4571907" y="4114800"/>
                <a:ext cx="1371460" cy="158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/>
              <p:cNvCxnSpPr/>
              <p:nvPr/>
            </p:nvCxnSpPr>
            <p:spPr>
              <a:xfrm rot="5400000" flipH="1" flipV="1">
                <a:off x="4001201" y="3542507"/>
                <a:ext cx="1142999" cy="158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/>
              <p:cNvCxnSpPr/>
              <p:nvPr/>
            </p:nvCxnSpPr>
            <p:spPr>
              <a:xfrm rot="10800000" flipV="1">
                <a:off x="3657600" y="4114800"/>
                <a:ext cx="914307" cy="76200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TextBox 9"/>
            <p:cNvSpPr txBox="1"/>
            <p:nvPr/>
          </p:nvSpPr>
          <p:spPr>
            <a:xfrm>
              <a:off x="4865565" y="4376737"/>
              <a:ext cx="1142883" cy="3079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1400" b="1" dirty="0">
                  <a:latin typeface="+mj-lt"/>
                </a:rPr>
                <a:t>Frequency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 rot="19102961">
              <a:off x="3729031" y="4678362"/>
              <a:ext cx="1066691" cy="3079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1400" b="1" dirty="0">
                  <a:latin typeface="+mj-lt"/>
                </a:rPr>
                <a:t>Time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 rot="16200000">
              <a:off x="4049634" y="3427429"/>
              <a:ext cx="762000" cy="30794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1400" b="1" dirty="0">
                  <a:latin typeface="+mj-lt"/>
                </a:rPr>
                <a:t>Code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4710064" y="4239990"/>
            <a:ext cx="7620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400" b="1" dirty="0" smtClean="0">
                <a:solidFill>
                  <a:srgbClr val="FF0000"/>
                </a:solidFill>
                <a:latin typeface="+mj-lt"/>
              </a:rPr>
              <a:t>FDMA</a:t>
            </a:r>
            <a:endParaRPr lang="en-US" sz="14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039889" y="5155977"/>
            <a:ext cx="7620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400" b="1" dirty="0" smtClean="0">
                <a:solidFill>
                  <a:srgbClr val="FF0000"/>
                </a:solidFill>
                <a:latin typeface="+mj-lt"/>
              </a:rPr>
              <a:t>TDMA</a:t>
            </a:r>
            <a:endParaRPr lang="en-US" sz="14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93976" y="2944590"/>
            <a:ext cx="7620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400" b="1" dirty="0" smtClean="0">
                <a:solidFill>
                  <a:srgbClr val="FF0000"/>
                </a:solidFill>
                <a:latin typeface="+mj-lt"/>
              </a:rPr>
              <a:t>CDMA</a:t>
            </a:r>
            <a:endParaRPr lang="en-US" sz="1400" b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20" name="Picture 2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6120" y="3782790"/>
            <a:ext cx="3581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195045" y="2784251"/>
            <a:ext cx="5543550" cy="343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8465517" y="4185755"/>
            <a:ext cx="2962275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9070354" y="1146515"/>
            <a:ext cx="17526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dirty="0"/>
              <a:t>A = [ 1  1  1  1 ]</a:t>
            </a:r>
          </a:p>
          <a:p>
            <a:r>
              <a:rPr lang="en-US" sz="1400" dirty="0"/>
              <a:t>B = [ 1 -1  1 -1 ]</a:t>
            </a:r>
          </a:p>
          <a:p>
            <a:r>
              <a:rPr lang="en-US" sz="1400" dirty="0"/>
              <a:t>C = [ 1  1 -1 -1 ]</a:t>
            </a:r>
          </a:p>
          <a:p>
            <a:r>
              <a:rPr lang="en-US" sz="1400" dirty="0"/>
              <a:t>D = [ 1 -1 -1  1 ]</a:t>
            </a:r>
          </a:p>
        </p:txBody>
      </p:sp>
    </p:spTree>
    <p:extLst>
      <p:ext uri="{BB962C8B-B14F-4D97-AF65-F5344CB8AC3E}">
        <p14:creationId xmlns:p14="http://schemas.microsoft.com/office/powerpoint/2010/main" val="3064963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/>
              <a:t>MAC Protocols : Channelization Protocols</a:t>
            </a:r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9376" y="1196752"/>
            <a:ext cx="57150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" name="Group 21"/>
          <p:cNvGrpSpPr>
            <a:grpSpLocks/>
          </p:cNvGrpSpPr>
          <p:nvPr/>
        </p:nvGrpSpPr>
        <p:grpSpPr bwMode="auto">
          <a:xfrm>
            <a:off x="2384376" y="3173190"/>
            <a:ext cx="2351088" cy="1981200"/>
            <a:chOff x="3657600" y="3200401"/>
            <a:chExt cx="2350848" cy="1981199"/>
          </a:xfrm>
        </p:grpSpPr>
        <p:grpSp>
          <p:nvGrpSpPr>
            <p:cNvPr id="9" name="Group 13"/>
            <p:cNvGrpSpPr>
              <a:grpSpLocks/>
            </p:cNvGrpSpPr>
            <p:nvPr/>
          </p:nvGrpSpPr>
          <p:grpSpPr bwMode="auto">
            <a:xfrm>
              <a:off x="3657600" y="3276600"/>
              <a:ext cx="2286000" cy="1905000"/>
              <a:chOff x="3657600" y="2971800"/>
              <a:chExt cx="2286000" cy="1905000"/>
            </a:xfrm>
          </p:grpSpPr>
          <p:cxnSp>
            <p:nvCxnSpPr>
              <p:cNvPr id="14" name="Straight Arrow Connector 13"/>
              <p:cNvCxnSpPr/>
              <p:nvPr/>
            </p:nvCxnSpPr>
            <p:spPr>
              <a:xfrm>
                <a:off x="4571907" y="4114800"/>
                <a:ext cx="1371460" cy="158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/>
              <p:cNvCxnSpPr/>
              <p:nvPr/>
            </p:nvCxnSpPr>
            <p:spPr>
              <a:xfrm rot="5400000" flipH="1" flipV="1">
                <a:off x="4001201" y="3542507"/>
                <a:ext cx="1142999" cy="158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/>
              <p:cNvCxnSpPr/>
              <p:nvPr/>
            </p:nvCxnSpPr>
            <p:spPr>
              <a:xfrm rot="10800000" flipV="1">
                <a:off x="3657600" y="4114800"/>
                <a:ext cx="914307" cy="76200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TextBox 9"/>
            <p:cNvSpPr txBox="1"/>
            <p:nvPr/>
          </p:nvSpPr>
          <p:spPr>
            <a:xfrm>
              <a:off x="4865565" y="4376737"/>
              <a:ext cx="1142883" cy="3079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1400" b="1" dirty="0">
                  <a:latin typeface="+mj-lt"/>
                </a:rPr>
                <a:t>Frequency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 rot="19102961">
              <a:off x="3729031" y="4678362"/>
              <a:ext cx="1066691" cy="3079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1400" b="1" dirty="0">
                  <a:latin typeface="+mj-lt"/>
                </a:rPr>
                <a:t>Time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 rot="16200000">
              <a:off x="4049634" y="3427429"/>
              <a:ext cx="762000" cy="30794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1400" b="1" dirty="0">
                  <a:latin typeface="+mj-lt"/>
                </a:rPr>
                <a:t>Code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4710064" y="4239990"/>
            <a:ext cx="7620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400" b="1" dirty="0" smtClean="0">
                <a:solidFill>
                  <a:srgbClr val="FF0000"/>
                </a:solidFill>
                <a:latin typeface="+mj-lt"/>
              </a:rPr>
              <a:t>FDMA</a:t>
            </a:r>
            <a:endParaRPr lang="en-US" sz="14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039889" y="5155977"/>
            <a:ext cx="7620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400" b="1" dirty="0" smtClean="0">
                <a:solidFill>
                  <a:srgbClr val="FF0000"/>
                </a:solidFill>
                <a:latin typeface="+mj-lt"/>
              </a:rPr>
              <a:t>TDMA</a:t>
            </a:r>
            <a:endParaRPr lang="en-US" sz="14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93976" y="2944590"/>
            <a:ext cx="7620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400" b="1" dirty="0" smtClean="0">
                <a:solidFill>
                  <a:srgbClr val="FF0000"/>
                </a:solidFill>
                <a:latin typeface="+mj-lt"/>
              </a:rPr>
              <a:t>CDMA</a:t>
            </a:r>
            <a:endParaRPr lang="en-US" sz="14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9070354" y="1146515"/>
            <a:ext cx="17526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dirty="0"/>
              <a:t>A = [ 1  1  1  1 ]</a:t>
            </a:r>
          </a:p>
          <a:p>
            <a:r>
              <a:rPr lang="en-US" sz="1400" dirty="0"/>
              <a:t>B = [ 1 -1  1 -1 ]</a:t>
            </a:r>
          </a:p>
          <a:p>
            <a:r>
              <a:rPr lang="en-US" sz="1400" dirty="0"/>
              <a:t>C = [ 1  1 -1 -1 ]</a:t>
            </a:r>
          </a:p>
          <a:p>
            <a:r>
              <a:rPr lang="en-US" sz="1400" dirty="0"/>
              <a:t>D = [ 1 -1 -1  1 ]</a:t>
            </a:r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7032104" y="1358721"/>
            <a:ext cx="17526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Orthogonal Code :</a:t>
            </a:r>
          </a:p>
          <a:p>
            <a:endParaRPr lang="en-US" sz="500" dirty="0"/>
          </a:p>
          <a:p>
            <a:r>
              <a:rPr lang="en-US" sz="1400" dirty="0">
                <a:solidFill>
                  <a:srgbClr val="FF0000"/>
                </a:solidFill>
              </a:rPr>
              <a:t>A.B = ∑</a:t>
            </a:r>
            <a:r>
              <a:rPr lang="en-US" sz="1400" dirty="0" err="1">
                <a:solidFill>
                  <a:srgbClr val="FF0000"/>
                </a:solidFill>
              </a:rPr>
              <a:t>A</a:t>
            </a:r>
            <a:r>
              <a:rPr lang="en-US" sz="1400" baseline="-25000" dirty="0" err="1">
                <a:solidFill>
                  <a:srgbClr val="FF0000"/>
                </a:solidFill>
              </a:rPr>
              <a:t>i</a:t>
            </a:r>
            <a:r>
              <a:rPr lang="en-US" sz="1400" dirty="0" err="1">
                <a:solidFill>
                  <a:srgbClr val="FF0000"/>
                </a:solidFill>
              </a:rPr>
              <a:t>.B</a:t>
            </a:r>
            <a:r>
              <a:rPr lang="en-US" sz="1400" baseline="-25000" dirty="0" err="1">
                <a:solidFill>
                  <a:srgbClr val="FF0000"/>
                </a:solidFill>
              </a:rPr>
              <a:t>i</a:t>
            </a:r>
            <a:r>
              <a:rPr lang="en-US" sz="1400" dirty="0">
                <a:solidFill>
                  <a:srgbClr val="FF0000"/>
                </a:solidFill>
              </a:rPr>
              <a:t> = 0</a:t>
            </a:r>
          </a:p>
        </p:txBody>
      </p:sp>
      <p:grpSp>
        <p:nvGrpSpPr>
          <p:cNvPr id="23" name="Group 11"/>
          <p:cNvGrpSpPr>
            <a:grpSpLocks/>
          </p:cNvGrpSpPr>
          <p:nvPr/>
        </p:nvGrpSpPr>
        <p:grpSpPr bwMode="auto">
          <a:xfrm>
            <a:off x="8689354" y="2255479"/>
            <a:ext cx="2514600" cy="600075"/>
            <a:chOff x="3886200" y="1914728"/>
            <a:chExt cx="2514600" cy="600164"/>
          </a:xfrm>
        </p:grpSpPr>
        <p:sp>
          <p:nvSpPr>
            <p:cNvPr id="28" name="TextBox 8"/>
            <p:cNvSpPr txBox="1">
              <a:spLocks noChangeArrowheads="1"/>
            </p:cNvSpPr>
            <p:nvPr/>
          </p:nvSpPr>
          <p:spPr bwMode="auto">
            <a:xfrm>
              <a:off x="3886200" y="1914728"/>
              <a:ext cx="2514600" cy="600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Sending 0 </a:t>
              </a:r>
              <a:r>
                <a:rPr lang="en-US" sz="1400" dirty="0">
                  <a:solidFill>
                    <a:srgbClr val="FF0000"/>
                  </a:solidFill>
                  <a:sym typeface="Wingdings" pitchFamily="2" charset="2"/>
                </a:rPr>
                <a:t> Sending Code</a:t>
              </a:r>
            </a:p>
            <a:p>
              <a:endParaRPr lang="en-US" sz="500" dirty="0">
                <a:solidFill>
                  <a:srgbClr val="FF0000"/>
                </a:solidFill>
                <a:sym typeface="Wingdings" pitchFamily="2" charset="2"/>
              </a:endParaRPr>
            </a:p>
            <a:p>
              <a:r>
                <a:rPr lang="en-US" sz="1400" dirty="0">
                  <a:solidFill>
                    <a:srgbClr val="FF0000"/>
                  </a:solidFill>
                  <a:sym typeface="Wingdings" pitchFamily="2" charset="2"/>
                </a:rPr>
                <a:t>Sending 1  Sending Code</a:t>
              </a:r>
              <a:endParaRPr lang="en-US" sz="1400" dirty="0">
                <a:solidFill>
                  <a:srgbClr val="FF0000"/>
                </a:solidFill>
              </a:endParaRPr>
            </a:p>
          </p:txBody>
        </p:sp>
        <p:cxnSp>
          <p:nvCxnSpPr>
            <p:cNvPr id="29" name="Straight Connector 28"/>
            <p:cNvCxnSpPr/>
            <p:nvPr/>
          </p:nvCxnSpPr>
          <p:spPr>
            <a:xfrm>
              <a:off x="5490092" y="2246420"/>
              <a:ext cx="457200" cy="1588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5879976" y="3415183"/>
            <a:ext cx="5029200" cy="2678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A  </a:t>
            </a:r>
            <a:r>
              <a:rPr lang="en-US" sz="1400" dirty="0">
                <a:solidFill>
                  <a:srgbClr val="FF0000"/>
                </a:solidFill>
                <a:sym typeface="Wingdings" pitchFamily="2" charset="2"/>
              </a:rPr>
              <a:t>(0) C  and B (1) C</a:t>
            </a:r>
          </a:p>
          <a:p>
            <a:endParaRPr lang="en-US" sz="1400" dirty="0">
              <a:solidFill>
                <a:srgbClr val="FF0000"/>
              </a:solidFill>
              <a:sym typeface="Wingdings" pitchFamily="2" charset="2"/>
            </a:endParaRPr>
          </a:p>
          <a:p>
            <a:r>
              <a:rPr lang="en-US" sz="1400" dirty="0">
                <a:solidFill>
                  <a:srgbClr val="FF0000"/>
                </a:solidFill>
                <a:sym typeface="Wingdings" pitchFamily="2" charset="2"/>
              </a:rPr>
              <a:t>A  [ 1  1  1  1 ]</a:t>
            </a:r>
          </a:p>
          <a:p>
            <a:r>
              <a:rPr lang="en-US" sz="1400" dirty="0">
                <a:solidFill>
                  <a:srgbClr val="FF0000"/>
                </a:solidFill>
                <a:sym typeface="Wingdings" pitchFamily="2" charset="2"/>
              </a:rPr>
              <a:t>B  [-1  1 -1  1 ]</a:t>
            </a:r>
          </a:p>
          <a:p>
            <a:endParaRPr lang="en-US" sz="1400" dirty="0">
              <a:solidFill>
                <a:srgbClr val="FF0000"/>
              </a:solidFill>
              <a:sym typeface="Wingdings" pitchFamily="2" charset="2"/>
            </a:endParaRPr>
          </a:p>
          <a:p>
            <a:r>
              <a:rPr lang="en-US" sz="1400" dirty="0">
                <a:solidFill>
                  <a:srgbClr val="FF0000"/>
                </a:solidFill>
                <a:sym typeface="Wingdings" pitchFamily="2" charset="2"/>
              </a:rPr>
              <a:t>C will receive</a:t>
            </a:r>
          </a:p>
          <a:p>
            <a:r>
              <a:rPr lang="en-US" sz="1400" dirty="0">
                <a:solidFill>
                  <a:srgbClr val="FF0000"/>
                </a:solidFill>
                <a:sym typeface="Wingdings" pitchFamily="2" charset="2"/>
              </a:rPr>
              <a:t>R  [ 0  2  0  2 ]</a:t>
            </a:r>
          </a:p>
          <a:p>
            <a:endParaRPr lang="en-US" sz="1400" dirty="0">
              <a:solidFill>
                <a:srgbClr val="FF0000"/>
              </a:solidFill>
              <a:sym typeface="Wingdings" pitchFamily="2" charset="2"/>
            </a:endParaRPr>
          </a:p>
          <a:p>
            <a:r>
              <a:rPr lang="en-US" sz="1400" dirty="0">
                <a:solidFill>
                  <a:srgbClr val="FF0000"/>
                </a:solidFill>
                <a:sym typeface="Wingdings" pitchFamily="2" charset="2"/>
              </a:rPr>
              <a:t>At C:</a:t>
            </a:r>
          </a:p>
          <a:p>
            <a:r>
              <a:rPr lang="en-US" sz="1400" dirty="0">
                <a:solidFill>
                  <a:srgbClr val="FF0000"/>
                </a:solidFill>
                <a:sym typeface="Wingdings" pitchFamily="2" charset="2"/>
              </a:rPr>
              <a:t>A’s Data = R.A  = [ 0  2  0  2 ]. [ 1  1  1  1 ] =  4  0</a:t>
            </a:r>
          </a:p>
          <a:p>
            <a:r>
              <a:rPr lang="en-US" sz="1400" dirty="0">
                <a:solidFill>
                  <a:srgbClr val="FF0000"/>
                </a:solidFill>
                <a:sym typeface="Wingdings" pitchFamily="2" charset="2"/>
              </a:rPr>
              <a:t>B’s Data = R.B = [ 0  2  0  2 ]. [ </a:t>
            </a:r>
            <a:r>
              <a:rPr lang="en-US" sz="1400" dirty="0">
                <a:solidFill>
                  <a:srgbClr val="FF0000"/>
                </a:solidFill>
              </a:rPr>
              <a:t>1 -1  1 -1 </a:t>
            </a:r>
            <a:r>
              <a:rPr lang="en-US" sz="1400" dirty="0">
                <a:solidFill>
                  <a:srgbClr val="FF0000"/>
                </a:solidFill>
                <a:sym typeface="Wingdings" pitchFamily="2" charset="2"/>
              </a:rPr>
              <a:t>] = -4  1</a:t>
            </a:r>
          </a:p>
          <a:p>
            <a:r>
              <a:rPr lang="en-US" sz="1400" dirty="0">
                <a:solidFill>
                  <a:srgbClr val="FF0000"/>
                </a:solidFill>
                <a:sym typeface="Wingdings" pitchFamily="2" charset="2"/>
              </a:rPr>
              <a:t>D’s Data = R.D = [ 0  2  0  2 ]. [ </a:t>
            </a:r>
            <a:r>
              <a:rPr lang="en-US" sz="1400" dirty="0">
                <a:solidFill>
                  <a:srgbClr val="FF0000"/>
                </a:solidFill>
              </a:rPr>
              <a:t>1 -1 -1  1 </a:t>
            </a:r>
            <a:r>
              <a:rPr lang="en-US" sz="1400" dirty="0">
                <a:solidFill>
                  <a:srgbClr val="FF0000"/>
                </a:solidFill>
                <a:sym typeface="Wingdings" pitchFamily="2" charset="2"/>
              </a:rPr>
              <a:t>] =  0  No Data</a:t>
            </a:r>
            <a:endParaRPr lang="en-US" sz="1400" dirty="0">
              <a:solidFill>
                <a:srgbClr val="FF0000"/>
              </a:solidFill>
            </a:endParaRPr>
          </a:p>
        </p:txBody>
      </p:sp>
      <p:grpSp>
        <p:nvGrpSpPr>
          <p:cNvPr id="31" name="Group 27"/>
          <p:cNvGrpSpPr>
            <a:grpSpLocks/>
          </p:cNvGrpSpPr>
          <p:nvPr/>
        </p:nvGrpSpPr>
        <p:grpSpPr bwMode="auto">
          <a:xfrm>
            <a:off x="9146976" y="3398615"/>
            <a:ext cx="2133600" cy="1755775"/>
            <a:chOff x="5943600" y="3959423"/>
            <a:chExt cx="2133600" cy="1755577"/>
          </a:xfrm>
        </p:grpSpPr>
        <p:grpSp>
          <p:nvGrpSpPr>
            <p:cNvPr id="32" name="Group 24"/>
            <p:cNvGrpSpPr>
              <a:grpSpLocks/>
            </p:cNvGrpSpPr>
            <p:nvPr/>
          </p:nvGrpSpPr>
          <p:grpSpPr bwMode="auto">
            <a:xfrm>
              <a:off x="6449440" y="4343400"/>
              <a:ext cx="1322960" cy="533400"/>
              <a:chOff x="5763640" y="3810000"/>
              <a:chExt cx="1322960" cy="533400"/>
            </a:xfrm>
          </p:grpSpPr>
          <p:grpSp>
            <p:nvGrpSpPr>
              <p:cNvPr id="41" name="Group 23"/>
              <p:cNvGrpSpPr>
                <a:grpSpLocks/>
              </p:cNvGrpSpPr>
              <p:nvPr/>
            </p:nvGrpSpPr>
            <p:grpSpPr bwMode="auto">
              <a:xfrm>
                <a:off x="6400800" y="3810000"/>
                <a:ext cx="685800" cy="533400"/>
                <a:chOff x="6400800" y="3810000"/>
                <a:chExt cx="685800" cy="533400"/>
              </a:xfrm>
            </p:grpSpPr>
            <p:sp>
              <p:nvSpPr>
                <p:cNvPr id="43" name="Double Bracket 42"/>
                <p:cNvSpPr/>
                <p:nvPr/>
              </p:nvSpPr>
              <p:spPr>
                <a:xfrm>
                  <a:off x="6400800" y="3810155"/>
                  <a:ext cx="685800" cy="533340"/>
                </a:xfrm>
                <a:prstGeom prst="bracketPair">
                  <a:avLst/>
                </a:prstGeom>
                <a:ln>
                  <a:solidFill>
                    <a:srgbClr val="0033C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4" name="TextBox 14"/>
                <p:cNvSpPr txBox="1">
                  <a:spLocks noChangeArrowheads="1"/>
                </p:cNvSpPr>
                <p:nvPr/>
              </p:nvSpPr>
              <p:spPr bwMode="auto">
                <a:xfrm>
                  <a:off x="6449440" y="3819728"/>
                  <a:ext cx="609600" cy="52322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marL="342900" indent="-342900"/>
                  <a:r>
                    <a:rPr lang="en-US" sz="1400">
                      <a:solidFill>
                        <a:srgbClr val="0033CC"/>
                      </a:solidFill>
                    </a:rPr>
                    <a:t>1    1</a:t>
                  </a:r>
                </a:p>
                <a:p>
                  <a:pPr marL="342900" indent="-342900"/>
                  <a:r>
                    <a:rPr lang="en-US" sz="1400">
                      <a:solidFill>
                        <a:srgbClr val="0033CC"/>
                      </a:solidFill>
                    </a:rPr>
                    <a:t>1   -1</a:t>
                  </a:r>
                </a:p>
              </p:txBody>
            </p:sp>
          </p:grpSp>
          <p:sp>
            <p:nvSpPr>
              <p:cNvPr id="42" name="TextBox 15"/>
              <p:cNvSpPr txBox="1">
                <a:spLocks noChangeArrowheads="1"/>
              </p:cNvSpPr>
              <p:nvPr/>
            </p:nvSpPr>
            <p:spPr bwMode="auto">
              <a:xfrm>
                <a:off x="5763640" y="3939967"/>
                <a:ext cx="609600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342900" indent="-342900"/>
                <a:r>
                  <a:rPr lang="en-US" sz="1400">
                    <a:solidFill>
                      <a:srgbClr val="0033CC"/>
                    </a:solidFill>
                  </a:rPr>
                  <a:t>W</a:t>
                </a:r>
                <a:r>
                  <a:rPr lang="en-US" sz="1400" baseline="-25000">
                    <a:solidFill>
                      <a:srgbClr val="0033CC"/>
                    </a:solidFill>
                  </a:rPr>
                  <a:t>2</a:t>
                </a:r>
                <a:r>
                  <a:rPr lang="en-US" sz="1400">
                    <a:solidFill>
                      <a:srgbClr val="0033CC"/>
                    </a:solidFill>
                  </a:rPr>
                  <a:t> =</a:t>
                </a:r>
              </a:p>
            </p:txBody>
          </p:sp>
        </p:grpSp>
        <p:grpSp>
          <p:nvGrpSpPr>
            <p:cNvPr id="33" name="Group 25"/>
            <p:cNvGrpSpPr>
              <a:grpSpLocks/>
            </p:cNvGrpSpPr>
            <p:nvPr/>
          </p:nvGrpSpPr>
          <p:grpSpPr bwMode="auto">
            <a:xfrm>
              <a:off x="6353784" y="5029200"/>
              <a:ext cx="1723416" cy="685800"/>
              <a:chOff x="5791200" y="4495800"/>
              <a:chExt cx="1723416" cy="685800"/>
            </a:xfrm>
          </p:grpSpPr>
          <p:sp>
            <p:nvSpPr>
              <p:cNvPr id="35" name="TextBox 16"/>
              <p:cNvSpPr txBox="1">
                <a:spLocks noChangeArrowheads="1"/>
              </p:cNvSpPr>
              <p:nvPr/>
            </p:nvSpPr>
            <p:spPr bwMode="auto">
              <a:xfrm>
                <a:off x="5791200" y="4648200"/>
                <a:ext cx="762000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342900" indent="-342900"/>
                <a:r>
                  <a:rPr lang="en-US" sz="1400">
                    <a:solidFill>
                      <a:srgbClr val="0033CC"/>
                    </a:solidFill>
                  </a:rPr>
                  <a:t>W</a:t>
                </a:r>
                <a:r>
                  <a:rPr lang="en-US" sz="1400" baseline="-25000">
                    <a:solidFill>
                      <a:srgbClr val="0033CC"/>
                    </a:solidFill>
                  </a:rPr>
                  <a:t>2n</a:t>
                </a:r>
                <a:r>
                  <a:rPr lang="en-US" sz="1400">
                    <a:solidFill>
                      <a:srgbClr val="0033CC"/>
                    </a:solidFill>
                  </a:rPr>
                  <a:t> =</a:t>
                </a:r>
              </a:p>
            </p:txBody>
          </p:sp>
          <p:grpSp>
            <p:nvGrpSpPr>
              <p:cNvPr id="36" name="Group 22"/>
              <p:cNvGrpSpPr>
                <a:grpSpLocks/>
              </p:cNvGrpSpPr>
              <p:nvPr/>
            </p:nvGrpSpPr>
            <p:grpSpPr bwMode="auto">
              <a:xfrm>
                <a:off x="6477000" y="4495800"/>
                <a:ext cx="1037616" cy="685800"/>
                <a:chOff x="6858000" y="4648200"/>
                <a:chExt cx="1037616" cy="685800"/>
              </a:xfrm>
            </p:grpSpPr>
            <p:grpSp>
              <p:nvGrpSpPr>
                <p:cNvPr id="37" name="Group 20"/>
                <p:cNvGrpSpPr>
                  <a:grpSpLocks/>
                </p:cNvGrpSpPr>
                <p:nvPr/>
              </p:nvGrpSpPr>
              <p:grpSpPr bwMode="auto">
                <a:xfrm>
                  <a:off x="6905016" y="4668108"/>
                  <a:ext cx="990600" cy="600164"/>
                  <a:chOff x="6934200" y="4658380"/>
                  <a:chExt cx="990600" cy="600164"/>
                </a:xfrm>
              </p:grpSpPr>
              <p:sp>
                <p:nvSpPr>
                  <p:cNvPr id="39" name="TextBox 1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934200" y="4658380"/>
                    <a:ext cx="990600" cy="60016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marL="342900" indent="-342900"/>
                    <a:r>
                      <a:rPr lang="en-US" sz="1400">
                        <a:solidFill>
                          <a:srgbClr val="0033CC"/>
                        </a:solidFill>
                      </a:rPr>
                      <a:t>W</a:t>
                    </a:r>
                    <a:r>
                      <a:rPr lang="en-US" sz="1400" baseline="-25000">
                        <a:solidFill>
                          <a:srgbClr val="0033CC"/>
                        </a:solidFill>
                      </a:rPr>
                      <a:t>n</a:t>
                    </a:r>
                    <a:r>
                      <a:rPr lang="en-US" sz="1400">
                        <a:solidFill>
                          <a:srgbClr val="0033CC"/>
                        </a:solidFill>
                      </a:rPr>
                      <a:t>    W</a:t>
                    </a:r>
                    <a:r>
                      <a:rPr lang="en-US" sz="1400" baseline="-25000">
                        <a:solidFill>
                          <a:srgbClr val="0033CC"/>
                        </a:solidFill>
                      </a:rPr>
                      <a:t>n</a:t>
                    </a:r>
                  </a:p>
                  <a:p>
                    <a:pPr marL="342900" indent="-342900"/>
                    <a:endParaRPr lang="en-US" sz="500">
                      <a:solidFill>
                        <a:srgbClr val="0033CC"/>
                      </a:solidFill>
                    </a:endParaRPr>
                  </a:p>
                  <a:p>
                    <a:pPr marL="342900" indent="-342900"/>
                    <a:r>
                      <a:rPr lang="en-US" sz="1400">
                        <a:solidFill>
                          <a:srgbClr val="0033CC"/>
                        </a:solidFill>
                      </a:rPr>
                      <a:t>W</a:t>
                    </a:r>
                    <a:r>
                      <a:rPr lang="en-US" sz="1400" baseline="-25000">
                        <a:solidFill>
                          <a:srgbClr val="0033CC"/>
                        </a:solidFill>
                      </a:rPr>
                      <a:t>n</a:t>
                    </a:r>
                    <a:r>
                      <a:rPr lang="en-US" sz="1400">
                        <a:solidFill>
                          <a:srgbClr val="0033CC"/>
                        </a:solidFill>
                      </a:rPr>
                      <a:t>    W</a:t>
                    </a:r>
                    <a:r>
                      <a:rPr lang="en-US" sz="1400" baseline="-25000">
                        <a:solidFill>
                          <a:srgbClr val="0033CC"/>
                        </a:solidFill>
                      </a:rPr>
                      <a:t>n</a:t>
                    </a:r>
                  </a:p>
                </p:txBody>
              </p:sp>
              <p:cxnSp>
                <p:nvCxnSpPr>
                  <p:cNvPr id="40" name="Straight Connector 39"/>
                  <p:cNvCxnSpPr/>
                  <p:nvPr/>
                </p:nvCxnSpPr>
                <p:spPr>
                  <a:xfrm>
                    <a:off x="7410450" y="5009983"/>
                    <a:ext cx="228600" cy="1588"/>
                  </a:xfrm>
                  <a:prstGeom prst="line">
                    <a:avLst/>
                  </a:prstGeom>
                  <a:ln w="12700">
                    <a:solidFill>
                      <a:srgbClr val="0033C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8" name="Double Bracket 37"/>
                <p:cNvSpPr/>
                <p:nvPr/>
              </p:nvSpPr>
              <p:spPr>
                <a:xfrm>
                  <a:off x="6857391" y="4648277"/>
                  <a:ext cx="914400" cy="685723"/>
                </a:xfrm>
                <a:prstGeom prst="bracketPair">
                  <a:avLst/>
                </a:prstGeom>
                <a:ln>
                  <a:solidFill>
                    <a:srgbClr val="0033C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</p:grpSp>
        </p:grpSp>
        <p:sp>
          <p:nvSpPr>
            <p:cNvPr id="34" name="TextBox 26"/>
            <p:cNvSpPr txBox="1">
              <a:spLocks noChangeArrowheads="1"/>
            </p:cNvSpPr>
            <p:nvPr/>
          </p:nvSpPr>
          <p:spPr bwMode="auto">
            <a:xfrm>
              <a:off x="5943600" y="3959423"/>
              <a:ext cx="175260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solidFill>
                    <a:srgbClr val="0033CC"/>
                  </a:solidFill>
                </a:rPr>
                <a:t>Walse Code 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10138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/>
              <a:t>MAC Protocols</a:t>
            </a:r>
            <a:endParaRPr lang="en-US" dirty="0"/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75920" y="1772816"/>
            <a:ext cx="6096000" cy="288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60" y="1291170"/>
            <a:ext cx="4010585" cy="450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552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/>
              <a:t>Questions?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3863752" y="2852936"/>
            <a:ext cx="414049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b="1" dirty="0" smtClean="0">
                <a:solidFill>
                  <a:srgbClr val="FF0000"/>
                </a:solidFill>
              </a:rPr>
              <a:t>Thank  You</a:t>
            </a:r>
            <a:endParaRPr lang="en-IN" sz="6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0341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nded Design Blue 16x9">
  <a:themeElements>
    <a:clrScheme name="Banded_Design_Blue">
      <a:dk1>
        <a:srgbClr val="404040"/>
      </a:dk1>
      <a:lt1>
        <a:sysClr val="window" lastClr="FFFFFF"/>
      </a:lt1>
      <a:dk2>
        <a:srgbClr val="263050"/>
      </a:dk2>
      <a:lt2>
        <a:srgbClr val="E5E8E8"/>
      </a:lt2>
      <a:accent1>
        <a:srgbClr val="77B142"/>
      </a:accent1>
      <a:accent2>
        <a:srgbClr val="E3C01E"/>
      </a:accent2>
      <a:accent3>
        <a:srgbClr val="0070C0"/>
      </a:accent3>
      <a:accent4>
        <a:srgbClr val="7556A4"/>
      </a:accent4>
      <a:accent5>
        <a:srgbClr val="F08F1E"/>
      </a:accent5>
      <a:accent6>
        <a:srgbClr val="CB3E3A"/>
      </a:accent6>
      <a:hlink>
        <a:srgbClr val="0070C0"/>
      </a:hlink>
      <a:folHlink>
        <a:srgbClr val="7556A4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lumMod val="0"/>
                <a:lumOff val="100000"/>
              </a:schemeClr>
            </a:gs>
            <a:gs pos="72000">
              <a:schemeClr val="phClr"/>
            </a:gs>
            <a:gs pos="100000">
              <a:schemeClr val="phClr">
                <a:lumMod val="90000"/>
              </a:schemeClr>
            </a:gs>
          </a:gsLst>
          <a:lin ang="5400000" scaled="1"/>
        </a:gradFill>
        <a:gradFill flip="none" rotWithShape="1">
          <a:gsLst>
            <a:gs pos="32000">
              <a:schemeClr val="phClr"/>
            </a:gs>
            <a:gs pos="100000">
              <a:schemeClr val="phClr">
                <a:lumMod val="75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3417271.potx" id="{FAD70E18-2F21-4BAE-983F-13051C6D1C17}" vid="{4B4DF9DC-15EC-4671-A52A-56A08B977F11}"/>
    </a:ext>
  </a:extLst>
</a:theme>
</file>

<file path=ppt/theme/theme2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project plan presentation (widescreen)</Template>
  <TotalTime>24948</TotalTime>
  <Words>461</Words>
  <Application>Microsoft Office PowerPoint</Application>
  <PresentationFormat>Widescreen</PresentationFormat>
  <Paragraphs>113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Corbel</vt:lpstr>
      <vt:lpstr>Euphemia</vt:lpstr>
      <vt:lpstr>Times New Roman</vt:lpstr>
      <vt:lpstr>Wingdings</vt:lpstr>
      <vt:lpstr>Banded Design Blue 16x9</vt:lpstr>
      <vt:lpstr>Dr. Sunirmal Khatua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Project Plan</dc:title>
  <dc:creator>Sunirmal Khatua</dc:creator>
  <cp:lastModifiedBy>Microsoft account</cp:lastModifiedBy>
  <cp:revision>334</cp:revision>
  <dcterms:created xsi:type="dcterms:W3CDTF">2018-05-13T16:49:43Z</dcterms:created>
  <dcterms:modified xsi:type="dcterms:W3CDTF">2025-09-02T02:56:09Z</dcterms:modified>
</cp:coreProperties>
</file>