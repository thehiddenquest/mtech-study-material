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custom-properties+xml" PartName="/docProps/custom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0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custom-properties" Target="docProps/custom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</p:sldIdLst>
  <p:sldSz cy="6858000" cx="9144000"/>
  <p:notesSz cx="6858000" cy="9144000"/>
  <p:embeddedFontLst>
    <p:embeddedFont>
      <p:font typeface="Garamond"/>
      <p:regular r:id="rId26"/>
      <p:bold r:id="rId27"/>
      <p:italic r:id="rId28"/>
      <p:boldItalic r:id="rId29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  <p:ext uri="{2D200454-40CA-4A62-9FC3-DE9A4176ACB9}">
      <p15:notesGuideLst>
        <p15:guide id="1" orient="horz" pos="2880">
          <p15:clr>
            <a:srgbClr val="000000"/>
          </p15:clr>
        </p15:guide>
        <p15:guide id="2" pos="2160">
          <p15:clr>
            <a:srgbClr val="000000"/>
          </p15:clr>
        </p15:guide>
      </p15:notesGuideLst>
    </p:ext>
    <p:ext uri="GoogleSlidesCustomDataVersion2">
      <go:slidesCustomData xmlns:go="http://customooxmlschemas.google.com/" r:id="rId30" roundtripDataSignature="AMtx7mh1yh3/ZLFGZTmS/nIcXuvcVOToMA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  <p:notesViewPr>
    <p:cSldViewPr snapToGrid="0">
      <p:cViewPr varScale="1">
        <p:scale>
          <a:sx n="100" d="100"/>
          <a:sy n="100" d="100"/>
        </p:scale>
        <p:origin x="0" y="0"/>
      </p:cViewPr>
      <p:guideLst>
        <p:guide pos="2880" orient="horz"/>
        <p:guide pos="2160"/>
      </p:guideLst>
    </p:cSldViewPr>
  </p:notes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5.xml"/><Relationship Id="rId22" Type="http://schemas.openxmlformats.org/officeDocument/2006/relationships/slide" Target="slides/slide17.xml"/><Relationship Id="rId21" Type="http://schemas.openxmlformats.org/officeDocument/2006/relationships/slide" Target="slides/slide16.xml"/><Relationship Id="rId24" Type="http://schemas.openxmlformats.org/officeDocument/2006/relationships/slide" Target="slides/slide19.xml"/><Relationship Id="rId23" Type="http://schemas.openxmlformats.org/officeDocument/2006/relationships/slide" Target="slides/slide18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26" Type="http://schemas.openxmlformats.org/officeDocument/2006/relationships/font" Target="fonts/Garamond-regular.fntdata"/><Relationship Id="rId25" Type="http://schemas.openxmlformats.org/officeDocument/2006/relationships/slide" Target="slides/slide20.xml"/><Relationship Id="rId28" Type="http://schemas.openxmlformats.org/officeDocument/2006/relationships/font" Target="fonts/Garamond-italic.fntdata"/><Relationship Id="rId27" Type="http://schemas.openxmlformats.org/officeDocument/2006/relationships/font" Target="fonts/Garamond-bold.fnt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29" Type="http://schemas.openxmlformats.org/officeDocument/2006/relationships/font" Target="fonts/Garamond-boldItalic.fntdata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30" Type="http://customschemas.google.com/relationships/presentationmetadata" Target="metadata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19" Type="http://schemas.openxmlformats.org/officeDocument/2006/relationships/slide" Target="slides/slide14.xml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0000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2" y="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2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2" y="8685212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b="0" i="0" lang="en-US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6" name="Shape 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Google Shape;47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8" name="Google Shape;48;p1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5" name="Google Shape;55;p2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1" name="Google Shape;61;p3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4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6" name="Google Shape;66;p4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2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4" name="Google Shape;74;p5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2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4" name="Google Shape;84;p6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2" name="Google Shape;92;p7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9" name="Google Shape;99;p8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3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5" name="Google Shape;105;p9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9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p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1" name="Google Shape;111;p10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7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p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9" name="Google Shape;119;p11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3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p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5" name="Google Shape;125;p12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p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3" name="Google Shape;133;p13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7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p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9" name="Google Shape;139;p14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5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p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7" name="Google Shape;147;p15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1" name="Shape 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Google Shape;152;p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3" name="Google Shape;153;p16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8" name="Shape 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Google Shape;159;p1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0" name="Google Shape;160;p17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5" name="Shape 1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" name="Google Shape;166;p1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7" name="Google Shape;167;p18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2" name="Shape 1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" name="Google Shape;173;p1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4" name="Google Shape;174;p19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9" name="Shape 1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" name="Google Shape;180;p2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1" name="Google Shape;181;p20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23"/>
          <p:cNvSpPr txBox="1"/>
          <p:nvPr>
            <p:ph type="title"/>
          </p:nvPr>
        </p:nvSpPr>
        <p:spPr>
          <a:xfrm>
            <a:off x="457200" y="277812"/>
            <a:ext cx="8229600" cy="11398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" name="Google Shape;15;p23"/>
          <p:cNvSpPr txBox="1"/>
          <p:nvPr>
            <p:ph idx="1" type="body"/>
          </p:nvPr>
        </p:nvSpPr>
        <p:spPr>
          <a:xfrm>
            <a:off x="468312" y="1700212"/>
            <a:ext cx="8229600" cy="45307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02895" lvl="0" marL="457200" algn="l">
              <a:spcBef>
                <a:spcPts val="360"/>
              </a:spcBef>
              <a:spcAft>
                <a:spcPts val="0"/>
              </a:spcAft>
              <a:buSzPts val="1170"/>
              <a:buChar char="■"/>
              <a:defRPr/>
            </a:lvl1pPr>
            <a:lvl2pPr indent="-297180" lvl="1" marL="914400" algn="l">
              <a:spcBef>
                <a:spcPts val="360"/>
              </a:spcBef>
              <a:spcAft>
                <a:spcPts val="0"/>
              </a:spcAft>
              <a:buSzPts val="1080"/>
              <a:buChar char="❑"/>
              <a:defRPr/>
            </a:lvl2pPr>
            <a:lvl3pPr indent="-302894" lvl="2" marL="1371600" algn="l">
              <a:spcBef>
                <a:spcPts val="360"/>
              </a:spcBef>
              <a:spcAft>
                <a:spcPts val="0"/>
              </a:spcAft>
              <a:buSzPts val="1170"/>
              <a:buChar char="■"/>
              <a:defRPr/>
            </a:lvl3pPr>
            <a:lvl4pPr indent="-308610" lvl="3" marL="1828800" algn="l">
              <a:spcBef>
                <a:spcPts val="360"/>
              </a:spcBef>
              <a:spcAft>
                <a:spcPts val="0"/>
              </a:spcAft>
              <a:buSzPts val="1260"/>
              <a:buChar char="❑"/>
              <a:defRPr/>
            </a:lvl4pPr>
            <a:lvl5pPr indent="-314325" lvl="4" marL="2286000" algn="l">
              <a:spcBef>
                <a:spcPts val="360"/>
              </a:spcBef>
              <a:spcAft>
                <a:spcPts val="0"/>
              </a:spcAft>
              <a:buSzPts val="1350"/>
              <a:buChar char="▪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24"/>
          <p:cNvSpPr txBox="1"/>
          <p:nvPr>
            <p:ph type="title"/>
          </p:nvPr>
        </p:nvSpPr>
        <p:spPr>
          <a:xfrm rot="5400000">
            <a:off x="4691857" y="2224882"/>
            <a:ext cx="5953125" cy="20589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8" name="Google Shape;18;p24"/>
          <p:cNvSpPr txBox="1"/>
          <p:nvPr>
            <p:ph idx="1" type="body"/>
          </p:nvPr>
        </p:nvSpPr>
        <p:spPr>
          <a:xfrm rot="5400000">
            <a:off x="495300" y="239713"/>
            <a:ext cx="5953125" cy="60293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02895" lvl="0" marL="457200" algn="l">
              <a:spcBef>
                <a:spcPts val="360"/>
              </a:spcBef>
              <a:spcAft>
                <a:spcPts val="0"/>
              </a:spcAft>
              <a:buSzPts val="1170"/>
              <a:buChar char="■"/>
              <a:defRPr/>
            </a:lvl1pPr>
            <a:lvl2pPr indent="-297180" lvl="1" marL="914400" algn="l">
              <a:spcBef>
                <a:spcPts val="360"/>
              </a:spcBef>
              <a:spcAft>
                <a:spcPts val="0"/>
              </a:spcAft>
              <a:buSzPts val="1080"/>
              <a:buChar char="❑"/>
              <a:defRPr/>
            </a:lvl2pPr>
            <a:lvl3pPr indent="-302894" lvl="2" marL="1371600" algn="l">
              <a:spcBef>
                <a:spcPts val="360"/>
              </a:spcBef>
              <a:spcAft>
                <a:spcPts val="0"/>
              </a:spcAft>
              <a:buSzPts val="1170"/>
              <a:buChar char="■"/>
              <a:defRPr/>
            </a:lvl3pPr>
            <a:lvl4pPr indent="-308610" lvl="3" marL="1828800" algn="l">
              <a:spcBef>
                <a:spcPts val="360"/>
              </a:spcBef>
              <a:spcAft>
                <a:spcPts val="0"/>
              </a:spcAft>
              <a:buSzPts val="1260"/>
              <a:buChar char="❑"/>
              <a:defRPr/>
            </a:lvl4pPr>
            <a:lvl5pPr indent="-314325" lvl="4" marL="2286000" algn="l">
              <a:spcBef>
                <a:spcPts val="360"/>
              </a:spcBef>
              <a:spcAft>
                <a:spcPts val="0"/>
              </a:spcAft>
              <a:buSzPts val="1350"/>
              <a:buChar char="▪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19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Google Shape;20;p25"/>
          <p:cNvSpPr txBox="1"/>
          <p:nvPr>
            <p:ph type="title"/>
          </p:nvPr>
        </p:nvSpPr>
        <p:spPr>
          <a:xfrm>
            <a:off x="457200" y="277812"/>
            <a:ext cx="8229600" cy="11398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" name="Google Shape;21;p25"/>
          <p:cNvSpPr txBox="1"/>
          <p:nvPr>
            <p:ph idx="1" type="body"/>
          </p:nvPr>
        </p:nvSpPr>
        <p:spPr>
          <a:xfrm rot="5400000">
            <a:off x="2317749" y="-149226"/>
            <a:ext cx="4530725" cy="822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02895" lvl="0" marL="457200" algn="l">
              <a:spcBef>
                <a:spcPts val="360"/>
              </a:spcBef>
              <a:spcAft>
                <a:spcPts val="0"/>
              </a:spcAft>
              <a:buSzPts val="1170"/>
              <a:buChar char="■"/>
              <a:defRPr/>
            </a:lvl1pPr>
            <a:lvl2pPr indent="-297180" lvl="1" marL="914400" algn="l">
              <a:spcBef>
                <a:spcPts val="360"/>
              </a:spcBef>
              <a:spcAft>
                <a:spcPts val="0"/>
              </a:spcAft>
              <a:buSzPts val="1080"/>
              <a:buChar char="❑"/>
              <a:defRPr/>
            </a:lvl2pPr>
            <a:lvl3pPr indent="-302894" lvl="2" marL="1371600" algn="l">
              <a:spcBef>
                <a:spcPts val="360"/>
              </a:spcBef>
              <a:spcAft>
                <a:spcPts val="0"/>
              </a:spcAft>
              <a:buSzPts val="1170"/>
              <a:buChar char="■"/>
              <a:defRPr/>
            </a:lvl3pPr>
            <a:lvl4pPr indent="-308610" lvl="3" marL="1828800" algn="l">
              <a:spcBef>
                <a:spcPts val="360"/>
              </a:spcBef>
              <a:spcAft>
                <a:spcPts val="0"/>
              </a:spcAft>
              <a:buSzPts val="1260"/>
              <a:buChar char="❑"/>
              <a:defRPr/>
            </a:lvl4pPr>
            <a:lvl5pPr indent="-314325" lvl="4" marL="2286000" algn="l">
              <a:spcBef>
                <a:spcPts val="360"/>
              </a:spcBef>
              <a:spcAft>
                <a:spcPts val="0"/>
              </a:spcAft>
              <a:buSzPts val="1350"/>
              <a:buChar char="▪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22" name="Shape 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Google Shape;23;p26"/>
          <p:cNvSpPr txBox="1"/>
          <p:nvPr>
            <p:ph type="title"/>
          </p:nvPr>
        </p:nvSpPr>
        <p:spPr>
          <a:xfrm>
            <a:off x="630238" y="457200"/>
            <a:ext cx="2949575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3200"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4" name="Google Shape;24;p26"/>
          <p:cNvSpPr/>
          <p:nvPr>
            <p:ph idx="2" type="pic"/>
          </p:nvPr>
        </p:nvSpPr>
        <p:spPr>
          <a:xfrm>
            <a:off x="3887788" y="987425"/>
            <a:ext cx="4629150" cy="4873625"/>
          </a:xfrm>
          <a:prstGeom prst="rect">
            <a:avLst/>
          </a:prstGeom>
          <a:noFill/>
          <a:ln>
            <a:noFill/>
          </a:ln>
        </p:spPr>
      </p:sp>
      <p:sp>
        <p:nvSpPr>
          <p:cNvPr id="25" name="Google Shape;25;p26"/>
          <p:cNvSpPr txBox="1"/>
          <p:nvPr>
            <p:ph idx="1" type="body"/>
          </p:nvPr>
        </p:nvSpPr>
        <p:spPr>
          <a:xfrm>
            <a:off x="630238" y="2057400"/>
            <a:ext cx="2949575" cy="3811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algn="l">
              <a:spcBef>
                <a:spcPts val="320"/>
              </a:spcBef>
              <a:spcAft>
                <a:spcPts val="0"/>
              </a:spcAft>
              <a:buSzPts val="1040"/>
              <a:buNone/>
              <a:defRPr sz="1600"/>
            </a:lvl1pPr>
            <a:lvl2pPr indent="-228600" lvl="1" marL="914400" algn="l">
              <a:spcBef>
                <a:spcPts val="280"/>
              </a:spcBef>
              <a:spcAft>
                <a:spcPts val="0"/>
              </a:spcAft>
              <a:buSzPts val="840"/>
              <a:buNone/>
              <a:defRPr sz="1400"/>
            </a:lvl2pPr>
            <a:lvl3pPr indent="-228600" lvl="2" marL="1371600" algn="l">
              <a:spcBef>
                <a:spcPts val="240"/>
              </a:spcBef>
              <a:spcAft>
                <a:spcPts val="0"/>
              </a:spcAft>
              <a:buSzPts val="780"/>
              <a:buNone/>
              <a:defRPr sz="1200"/>
            </a:lvl3pPr>
            <a:lvl4pPr indent="-228600" lvl="3" marL="1828800" algn="l">
              <a:spcBef>
                <a:spcPts val="200"/>
              </a:spcBef>
              <a:spcAft>
                <a:spcPts val="0"/>
              </a:spcAft>
              <a:buSzPts val="700"/>
              <a:buNone/>
              <a:defRPr sz="1000"/>
            </a:lvl4pPr>
            <a:lvl5pPr indent="-228600" lvl="4" marL="2286000" algn="l">
              <a:spcBef>
                <a:spcPts val="200"/>
              </a:spcBef>
              <a:spcAft>
                <a:spcPts val="0"/>
              </a:spcAft>
              <a:buSzPts val="75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26" name="Shape 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Google Shape;27;p27"/>
          <p:cNvSpPr txBox="1"/>
          <p:nvPr>
            <p:ph type="title"/>
          </p:nvPr>
        </p:nvSpPr>
        <p:spPr>
          <a:xfrm>
            <a:off x="630238" y="457200"/>
            <a:ext cx="2949575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3200"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8" name="Google Shape;28;p27"/>
          <p:cNvSpPr txBox="1"/>
          <p:nvPr>
            <p:ph idx="1" type="body"/>
          </p:nvPr>
        </p:nvSpPr>
        <p:spPr>
          <a:xfrm>
            <a:off x="3887788" y="987425"/>
            <a:ext cx="4629150" cy="48736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60680" lvl="0" marL="457200" algn="l">
              <a:spcBef>
                <a:spcPts val="640"/>
              </a:spcBef>
              <a:spcAft>
                <a:spcPts val="0"/>
              </a:spcAft>
              <a:buSzPts val="2080"/>
              <a:buChar char="■"/>
              <a:defRPr sz="3200"/>
            </a:lvl1pPr>
            <a:lvl2pPr indent="-335280" lvl="1" marL="914400" algn="l">
              <a:spcBef>
                <a:spcPts val="560"/>
              </a:spcBef>
              <a:spcAft>
                <a:spcPts val="0"/>
              </a:spcAft>
              <a:buSzPts val="1680"/>
              <a:buChar char="❑"/>
              <a:defRPr sz="2800"/>
            </a:lvl2pPr>
            <a:lvl3pPr indent="-327660" lvl="2" marL="1371600" algn="l">
              <a:spcBef>
                <a:spcPts val="480"/>
              </a:spcBef>
              <a:spcAft>
                <a:spcPts val="0"/>
              </a:spcAft>
              <a:buSzPts val="1560"/>
              <a:buChar char="■"/>
              <a:defRPr sz="2400"/>
            </a:lvl3pPr>
            <a:lvl4pPr indent="-317500" lvl="3" marL="1828800" algn="l">
              <a:spcBef>
                <a:spcPts val="400"/>
              </a:spcBef>
              <a:spcAft>
                <a:spcPts val="0"/>
              </a:spcAft>
              <a:buSzPts val="1400"/>
              <a:buChar char="❑"/>
              <a:defRPr sz="2000"/>
            </a:lvl4pPr>
            <a:lvl5pPr indent="-323850" lvl="4" marL="2286000" algn="l">
              <a:spcBef>
                <a:spcPts val="400"/>
              </a:spcBef>
              <a:spcAft>
                <a:spcPts val="0"/>
              </a:spcAft>
              <a:buSzPts val="1500"/>
              <a:buChar char="▪"/>
              <a:defRPr sz="2000"/>
            </a:lvl5pPr>
            <a:lvl6pPr indent="-355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29" name="Google Shape;29;p27"/>
          <p:cNvSpPr txBox="1"/>
          <p:nvPr>
            <p:ph idx="2" type="body"/>
          </p:nvPr>
        </p:nvSpPr>
        <p:spPr>
          <a:xfrm>
            <a:off x="630238" y="2057400"/>
            <a:ext cx="2949575" cy="3811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algn="l">
              <a:spcBef>
                <a:spcPts val="320"/>
              </a:spcBef>
              <a:spcAft>
                <a:spcPts val="0"/>
              </a:spcAft>
              <a:buSzPts val="1040"/>
              <a:buNone/>
              <a:defRPr sz="1600"/>
            </a:lvl1pPr>
            <a:lvl2pPr indent="-228600" lvl="1" marL="914400" algn="l">
              <a:spcBef>
                <a:spcPts val="280"/>
              </a:spcBef>
              <a:spcAft>
                <a:spcPts val="0"/>
              </a:spcAft>
              <a:buSzPts val="840"/>
              <a:buNone/>
              <a:defRPr sz="1400"/>
            </a:lvl2pPr>
            <a:lvl3pPr indent="-228600" lvl="2" marL="1371600" algn="l">
              <a:spcBef>
                <a:spcPts val="240"/>
              </a:spcBef>
              <a:spcAft>
                <a:spcPts val="0"/>
              </a:spcAft>
              <a:buSzPts val="780"/>
              <a:buNone/>
              <a:defRPr sz="1200"/>
            </a:lvl3pPr>
            <a:lvl4pPr indent="-228600" lvl="3" marL="1828800" algn="l">
              <a:spcBef>
                <a:spcPts val="200"/>
              </a:spcBef>
              <a:spcAft>
                <a:spcPts val="0"/>
              </a:spcAft>
              <a:buSzPts val="700"/>
              <a:buNone/>
              <a:defRPr sz="1000"/>
            </a:lvl4pPr>
            <a:lvl5pPr indent="-228600" lvl="4" marL="2286000" algn="l">
              <a:spcBef>
                <a:spcPts val="200"/>
              </a:spcBef>
              <a:spcAft>
                <a:spcPts val="0"/>
              </a:spcAft>
              <a:buSzPts val="75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30" name="Shape 30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3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Google Shape;32;p29"/>
          <p:cNvSpPr txBox="1"/>
          <p:nvPr>
            <p:ph type="title"/>
          </p:nvPr>
        </p:nvSpPr>
        <p:spPr>
          <a:xfrm>
            <a:off x="457200" y="277812"/>
            <a:ext cx="8229600" cy="11398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30"/>
          <p:cNvSpPr txBox="1"/>
          <p:nvPr>
            <p:ph type="title"/>
          </p:nvPr>
        </p:nvSpPr>
        <p:spPr>
          <a:xfrm>
            <a:off x="630238" y="365125"/>
            <a:ext cx="78867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30"/>
          <p:cNvSpPr txBox="1"/>
          <p:nvPr>
            <p:ph idx="1" type="body"/>
          </p:nvPr>
        </p:nvSpPr>
        <p:spPr>
          <a:xfrm>
            <a:off x="630238" y="1681163"/>
            <a:ext cx="3868737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SzPts val="156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SzPts val="12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SzPts val="117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SzPts val="112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SzPts val="12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36" name="Google Shape;36;p30"/>
          <p:cNvSpPr txBox="1"/>
          <p:nvPr>
            <p:ph idx="2" type="body"/>
          </p:nvPr>
        </p:nvSpPr>
        <p:spPr>
          <a:xfrm>
            <a:off x="630238" y="2505075"/>
            <a:ext cx="3868737" cy="3684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02895" lvl="0" marL="457200" algn="l">
              <a:spcBef>
                <a:spcPts val="360"/>
              </a:spcBef>
              <a:spcAft>
                <a:spcPts val="0"/>
              </a:spcAft>
              <a:buSzPts val="1170"/>
              <a:buChar char="■"/>
              <a:defRPr/>
            </a:lvl1pPr>
            <a:lvl2pPr indent="-297180" lvl="1" marL="914400" algn="l">
              <a:spcBef>
                <a:spcPts val="360"/>
              </a:spcBef>
              <a:spcAft>
                <a:spcPts val="0"/>
              </a:spcAft>
              <a:buSzPts val="1080"/>
              <a:buChar char="❑"/>
              <a:defRPr/>
            </a:lvl2pPr>
            <a:lvl3pPr indent="-302894" lvl="2" marL="1371600" algn="l">
              <a:spcBef>
                <a:spcPts val="360"/>
              </a:spcBef>
              <a:spcAft>
                <a:spcPts val="0"/>
              </a:spcAft>
              <a:buSzPts val="1170"/>
              <a:buChar char="■"/>
              <a:defRPr/>
            </a:lvl3pPr>
            <a:lvl4pPr indent="-308610" lvl="3" marL="1828800" algn="l">
              <a:spcBef>
                <a:spcPts val="360"/>
              </a:spcBef>
              <a:spcAft>
                <a:spcPts val="0"/>
              </a:spcAft>
              <a:buSzPts val="1260"/>
              <a:buChar char="❑"/>
              <a:defRPr/>
            </a:lvl4pPr>
            <a:lvl5pPr indent="-314325" lvl="4" marL="2286000" algn="l">
              <a:spcBef>
                <a:spcPts val="360"/>
              </a:spcBef>
              <a:spcAft>
                <a:spcPts val="0"/>
              </a:spcAft>
              <a:buSzPts val="1350"/>
              <a:buChar char="▪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7" name="Google Shape;37;p30"/>
          <p:cNvSpPr txBox="1"/>
          <p:nvPr>
            <p:ph idx="3" type="body"/>
          </p:nvPr>
        </p:nvSpPr>
        <p:spPr>
          <a:xfrm>
            <a:off x="4629150" y="1681163"/>
            <a:ext cx="3887788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SzPts val="156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SzPts val="12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SzPts val="117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SzPts val="112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SzPts val="12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38" name="Google Shape;38;p30"/>
          <p:cNvSpPr txBox="1"/>
          <p:nvPr>
            <p:ph idx="4" type="body"/>
          </p:nvPr>
        </p:nvSpPr>
        <p:spPr>
          <a:xfrm>
            <a:off x="4629150" y="2505075"/>
            <a:ext cx="3887788" cy="3684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02895" lvl="0" marL="457200" algn="l">
              <a:spcBef>
                <a:spcPts val="360"/>
              </a:spcBef>
              <a:spcAft>
                <a:spcPts val="0"/>
              </a:spcAft>
              <a:buSzPts val="1170"/>
              <a:buChar char="■"/>
              <a:defRPr/>
            </a:lvl1pPr>
            <a:lvl2pPr indent="-297180" lvl="1" marL="914400" algn="l">
              <a:spcBef>
                <a:spcPts val="360"/>
              </a:spcBef>
              <a:spcAft>
                <a:spcPts val="0"/>
              </a:spcAft>
              <a:buSzPts val="1080"/>
              <a:buChar char="❑"/>
              <a:defRPr/>
            </a:lvl2pPr>
            <a:lvl3pPr indent="-302894" lvl="2" marL="1371600" algn="l">
              <a:spcBef>
                <a:spcPts val="360"/>
              </a:spcBef>
              <a:spcAft>
                <a:spcPts val="0"/>
              </a:spcAft>
              <a:buSzPts val="1170"/>
              <a:buChar char="■"/>
              <a:defRPr/>
            </a:lvl3pPr>
            <a:lvl4pPr indent="-308610" lvl="3" marL="1828800" algn="l">
              <a:spcBef>
                <a:spcPts val="360"/>
              </a:spcBef>
              <a:spcAft>
                <a:spcPts val="0"/>
              </a:spcAft>
              <a:buSzPts val="1260"/>
              <a:buChar char="❑"/>
              <a:defRPr/>
            </a:lvl4pPr>
            <a:lvl5pPr indent="-314325" lvl="4" marL="2286000" algn="l">
              <a:spcBef>
                <a:spcPts val="360"/>
              </a:spcBef>
              <a:spcAft>
                <a:spcPts val="0"/>
              </a:spcAft>
              <a:buSzPts val="1350"/>
              <a:buChar char="▪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39" name="Shape 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Google Shape;40;p31"/>
          <p:cNvSpPr txBox="1"/>
          <p:nvPr>
            <p:ph type="title"/>
          </p:nvPr>
        </p:nvSpPr>
        <p:spPr>
          <a:xfrm>
            <a:off x="457200" y="277812"/>
            <a:ext cx="8229600" cy="11398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1" name="Google Shape;41;p31"/>
          <p:cNvSpPr txBox="1"/>
          <p:nvPr>
            <p:ph idx="1" type="body"/>
          </p:nvPr>
        </p:nvSpPr>
        <p:spPr>
          <a:xfrm>
            <a:off x="468313" y="1700213"/>
            <a:ext cx="4038600" cy="45307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02895" lvl="0" marL="457200" algn="l">
              <a:spcBef>
                <a:spcPts val="360"/>
              </a:spcBef>
              <a:spcAft>
                <a:spcPts val="0"/>
              </a:spcAft>
              <a:buSzPts val="1170"/>
              <a:buChar char="■"/>
              <a:defRPr/>
            </a:lvl1pPr>
            <a:lvl2pPr indent="-297180" lvl="1" marL="914400" algn="l">
              <a:spcBef>
                <a:spcPts val="360"/>
              </a:spcBef>
              <a:spcAft>
                <a:spcPts val="0"/>
              </a:spcAft>
              <a:buSzPts val="1080"/>
              <a:buChar char="❑"/>
              <a:defRPr/>
            </a:lvl2pPr>
            <a:lvl3pPr indent="-302894" lvl="2" marL="1371600" algn="l">
              <a:spcBef>
                <a:spcPts val="360"/>
              </a:spcBef>
              <a:spcAft>
                <a:spcPts val="0"/>
              </a:spcAft>
              <a:buSzPts val="1170"/>
              <a:buChar char="■"/>
              <a:defRPr/>
            </a:lvl3pPr>
            <a:lvl4pPr indent="-308610" lvl="3" marL="1828800" algn="l">
              <a:spcBef>
                <a:spcPts val="360"/>
              </a:spcBef>
              <a:spcAft>
                <a:spcPts val="0"/>
              </a:spcAft>
              <a:buSzPts val="1260"/>
              <a:buChar char="❑"/>
              <a:defRPr/>
            </a:lvl4pPr>
            <a:lvl5pPr indent="-314325" lvl="4" marL="2286000" algn="l">
              <a:spcBef>
                <a:spcPts val="360"/>
              </a:spcBef>
              <a:spcAft>
                <a:spcPts val="0"/>
              </a:spcAft>
              <a:buSzPts val="1350"/>
              <a:buChar char="▪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2" name="Google Shape;42;p31"/>
          <p:cNvSpPr txBox="1"/>
          <p:nvPr>
            <p:ph idx="2" type="body"/>
          </p:nvPr>
        </p:nvSpPr>
        <p:spPr>
          <a:xfrm>
            <a:off x="4659313" y="1700213"/>
            <a:ext cx="4038600" cy="45307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02895" lvl="0" marL="457200" algn="l">
              <a:spcBef>
                <a:spcPts val="360"/>
              </a:spcBef>
              <a:spcAft>
                <a:spcPts val="0"/>
              </a:spcAft>
              <a:buSzPts val="1170"/>
              <a:buChar char="■"/>
              <a:defRPr/>
            </a:lvl1pPr>
            <a:lvl2pPr indent="-297180" lvl="1" marL="914400" algn="l">
              <a:spcBef>
                <a:spcPts val="360"/>
              </a:spcBef>
              <a:spcAft>
                <a:spcPts val="0"/>
              </a:spcAft>
              <a:buSzPts val="1080"/>
              <a:buChar char="❑"/>
              <a:defRPr/>
            </a:lvl2pPr>
            <a:lvl3pPr indent="-302894" lvl="2" marL="1371600" algn="l">
              <a:spcBef>
                <a:spcPts val="360"/>
              </a:spcBef>
              <a:spcAft>
                <a:spcPts val="0"/>
              </a:spcAft>
              <a:buSzPts val="1170"/>
              <a:buChar char="■"/>
              <a:defRPr/>
            </a:lvl3pPr>
            <a:lvl4pPr indent="-308610" lvl="3" marL="1828800" algn="l">
              <a:spcBef>
                <a:spcPts val="360"/>
              </a:spcBef>
              <a:spcAft>
                <a:spcPts val="0"/>
              </a:spcAft>
              <a:buSzPts val="1260"/>
              <a:buChar char="❑"/>
              <a:defRPr/>
            </a:lvl4pPr>
            <a:lvl5pPr indent="-314325" lvl="4" marL="2286000" algn="l">
              <a:spcBef>
                <a:spcPts val="360"/>
              </a:spcBef>
              <a:spcAft>
                <a:spcPts val="0"/>
              </a:spcAft>
              <a:buSzPts val="1350"/>
              <a:buChar char="▪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43" name="Shape 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Google Shape;44;p32"/>
          <p:cNvSpPr txBox="1"/>
          <p:nvPr>
            <p:ph type="title"/>
          </p:nvPr>
        </p:nvSpPr>
        <p:spPr>
          <a:xfrm>
            <a:off x="623888" y="1709738"/>
            <a:ext cx="7886700" cy="285273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6000"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5" name="Google Shape;45;p32"/>
          <p:cNvSpPr txBox="1"/>
          <p:nvPr>
            <p:ph idx="1" type="body"/>
          </p:nvPr>
        </p:nvSpPr>
        <p:spPr>
          <a:xfrm>
            <a:off x="623888" y="4589463"/>
            <a:ext cx="78867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SzPts val="1560"/>
              <a:buNone/>
              <a:defRPr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SzPts val="1200"/>
              <a:buNone/>
              <a:defRPr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SzPts val="1170"/>
              <a:buNone/>
              <a:defRPr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SzPts val="1120"/>
              <a:buNone/>
              <a:defRPr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SzPts val="1200"/>
              <a:buNone/>
              <a:defRPr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/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2"/>
          <p:cNvSpPr txBox="1"/>
          <p:nvPr>
            <p:ph type="title"/>
          </p:nvPr>
        </p:nvSpPr>
        <p:spPr>
          <a:xfrm>
            <a:off x="457200" y="277812"/>
            <a:ext cx="8229600" cy="11398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200" u="none" cap="none" strike="noStrike">
                <a:solidFill>
                  <a:schemeClr val="dk2"/>
                </a:solidFill>
                <a:latin typeface="Garamond"/>
                <a:ea typeface="Garamond"/>
                <a:cs typeface="Garamond"/>
                <a:sym typeface="Garamond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200" u="none" cap="none" strike="noStrike">
                <a:solidFill>
                  <a:schemeClr val="dk2"/>
                </a:solidFill>
                <a:latin typeface="Garamond"/>
                <a:ea typeface="Garamond"/>
                <a:cs typeface="Garamond"/>
                <a:sym typeface="Garamond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200" u="none" cap="none" strike="noStrike">
                <a:solidFill>
                  <a:schemeClr val="dk2"/>
                </a:solidFill>
                <a:latin typeface="Garamond"/>
                <a:ea typeface="Garamond"/>
                <a:cs typeface="Garamond"/>
                <a:sym typeface="Garamond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200" u="none" cap="none" strike="noStrike">
                <a:solidFill>
                  <a:schemeClr val="dk2"/>
                </a:solidFill>
                <a:latin typeface="Garamond"/>
                <a:ea typeface="Garamond"/>
                <a:cs typeface="Garamond"/>
                <a:sym typeface="Garamond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200" u="none" cap="none" strike="noStrike">
                <a:solidFill>
                  <a:schemeClr val="dk2"/>
                </a:solidFill>
                <a:latin typeface="Garamond"/>
                <a:ea typeface="Garamond"/>
                <a:cs typeface="Garamond"/>
                <a:sym typeface="Garamond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200" u="none" cap="none" strike="noStrike">
                <a:solidFill>
                  <a:schemeClr val="dk2"/>
                </a:solidFill>
                <a:latin typeface="Garamond"/>
                <a:ea typeface="Garamond"/>
                <a:cs typeface="Garamond"/>
                <a:sym typeface="Garamond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200" u="none" cap="none" strike="noStrike">
                <a:solidFill>
                  <a:schemeClr val="dk2"/>
                </a:solidFill>
                <a:latin typeface="Garamond"/>
                <a:ea typeface="Garamond"/>
                <a:cs typeface="Garamond"/>
                <a:sym typeface="Garamond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200" u="none" cap="none" strike="noStrike">
                <a:solidFill>
                  <a:schemeClr val="dk2"/>
                </a:solidFill>
                <a:latin typeface="Garamond"/>
                <a:ea typeface="Garamond"/>
                <a:cs typeface="Garamond"/>
                <a:sym typeface="Garamond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200" u="none" cap="none" strike="noStrike">
                <a:solidFill>
                  <a:schemeClr val="dk2"/>
                </a:solidFill>
                <a:latin typeface="Garamond"/>
                <a:ea typeface="Garamond"/>
                <a:cs typeface="Garamond"/>
                <a:sym typeface="Garamond"/>
              </a:defRPr>
            </a:lvl9pPr>
          </a:lstStyle>
          <a:p/>
        </p:txBody>
      </p:sp>
      <p:sp>
        <p:nvSpPr>
          <p:cNvPr id="11" name="Google Shape;11;p22"/>
          <p:cNvSpPr txBox="1"/>
          <p:nvPr>
            <p:ph idx="1" type="body"/>
          </p:nvPr>
        </p:nvSpPr>
        <p:spPr>
          <a:xfrm>
            <a:off x="468312" y="1700212"/>
            <a:ext cx="8229600" cy="45307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52425" lvl="0" marL="457200" marR="0" rtl="0" algn="l"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1950"/>
              <a:buFont typeface="Noto Sans Symbols"/>
              <a:buChar char="■"/>
              <a:defRPr b="0" i="0" sz="3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27660" lvl="1" marL="914400" marR="0" rtl="0" algn="l">
              <a:spcBef>
                <a:spcPts val="520"/>
              </a:spcBef>
              <a:spcAft>
                <a:spcPts val="0"/>
              </a:spcAft>
              <a:buClr>
                <a:schemeClr val="accent2"/>
              </a:buClr>
              <a:buSzPts val="1560"/>
              <a:buFont typeface="Noto Sans Symbols"/>
              <a:buChar char="❑"/>
              <a:defRPr b="0" i="0" sz="2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19405" lvl="2" marL="1371600" marR="0" rtl="0" algn="l">
              <a:spcBef>
                <a:spcPts val="440"/>
              </a:spcBef>
              <a:spcAft>
                <a:spcPts val="0"/>
              </a:spcAft>
              <a:buClr>
                <a:schemeClr val="accent1"/>
              </a:buClr>
              <a:buSzPts val="1430"/>
              <a:buFont typeface="Noto Sans Symbols"/>
              <a:buChar char="■"/>
              <a:defRPr b="0" i="0" sz="2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17500" lvl="3" marL="1828800" marR="0" rtl="0" algn="l">
              <a:spcBef>
                <a:spcPts val="400"/>
              </a:spcBef>
              <a:spcAft>
                <a:spcPts val="0"/>
              </a:spcAft>
              <a:buClr>
                <a:schemeClr val="accent2"/>
              </a:buClr>
              <a:buSzPts val="1400"/>
              <a:buFont typeface="Noto Sans Symbols"/>
              <a:buChar char="❑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23850" lvl="4" marL="2286000" marR="0" rtl="0" algn="l"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500"/>
              <a:buFont typeface="Noto Sans Symbols"/>
              <a:buChar char="▪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cxnSp>
        <p:nvCxnSpPr>
          <p:cNvPr id="12" name="Google Shape;12;p22"/>
          <p:cNvCxnSpPr/>
          <p:nvPr/>
        </p:nvCxnSpPr>
        <p:spPr>
          <a:xfrm>
            <a:off x="457200" y="6172200"/>
            <a:ext cx="8229600" cy="0"/>
          </a:xfrm>
          <a:prstGeom prst="straightConnector1">
            <a:avLst/>
          </a:prstGeom>
          <a:noFill/>
          <a:ln cap="flat" cmpd="sng" w="19050">
            <a:solidFill>
              <a:schemeClr val="accent1"/>
            </a:solidFill>
            <a:prstDash val="solid"/>
            <a:miter lim="800000"/>
            <a:headEnd len="med" w="med" type="none"/>
            <a:tailEnd len="med" w="med" type="none"/>
          </a:ln>
        </p:spPr>
      </p:cxn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41.png"/><Relationship Id="rId4" Type="http://schemas.openxmlformats.org/officeDocument/2006/relationships/image" Target="../media/image37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3.png"/><Relationship Id="rId4" Type="http://schemas.openxmlformats.org/officeDocument/2006/relationships/image" Target="../media/image2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0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3.png"/><Relationship Id="rId4" Type="http://schemas.openxmlformats.org/officeDocument/2006/relationships/image" Target="../media/image5.png"/><Relationship Id="rId5" Type="http://schemas.openxmlformats.org/officeDocument/2006/relationships/image" Target="../media/image35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25.png"/><Relationship Id="rId4" Type="http://schemas.openxmlformats.org/officeDocument/2006/relationships/image" Target="../media/image14.png"/><Relationship Id="rId5" Type="http://schemas.openxmlformats.org/officeDocument/2006/relationships/image" Target="../media/image4.png"/><Relationship Id="rId6" Type="http://schemas.openxmlformats.org/officeDocument/2006/relationships/image" Target="../media/image8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1.png"/><Relationship Id="rId4" Type="http://schemas.openxmlformats.org/officeDocument/2006/relationships/image" Target="../media/image12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6.png"/><Relationship Id="rId4" Type="http://schemas.openxmlformats.org/officeDocument/2006/relationships/image" Target="../media/image7.png"/><Relationship Id="rId5" Type="http://schemas.openxmlformats.org/officeDocument/2006/relationships/image" Target="../media/image16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22.png"/><Relationship Id="rId4" Type="http://schemas.openxmlformats.org/officeDocument/2006/relationships/image" Target="../media/image1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9.png"/><Relationship Id="rId4" Type="http://schemas.openxmlformats.org/officeDocument/2006/relationships/image" Target="../media/image15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18.png"/><Relationship Id="rId4" Type="http://schemas.openxmlformats.org/officeDocument/2006/relationships/image" Target="../media/image19.png"/><Relationship Id="rId5" Type="http://schemas.openxmlformats.org/officeDocument/2006/relationships/image" Target="../media/image31.png"/><Relationship Id="rId6" Type="http://schemas.openxmlformats.org/officeDocument/2006/relationships/image" Target="../media/image38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24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17.png"/><Relationship Id="rId4" Type="http://schemas.openxmlformats.org/officeDocument/2006/relationships/image" Target="../media/image39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43.png"/><Relationship Id="rId4" Type="http://schemas.openxmlformats.org/officeDocument/2006/relationships/image" Target="../media/image26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20.png"/><Relationship Id="rId4" Type="http://schemas.openxmlformats.org/officeDocument/2006/relationships/image" Target="../media/image23.png"/><Relationship Id="rId5" Type="http://schemas.openxmlformats.org/officeDocument/2006/relationships/image" Target="../media/image34.png"/><Relationship Id="rId6" Type="http://schemas.openxmlformats.org/officeDocument/2006/relationships/image" Target="../media/image32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30.png"/><Relationship Id="rId4" Type="http://schemas.openxmlformats.org/officeDocument/2006/relationships/image" Target="../media/image27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Relationship Id="rId3" Type="http://schemas.openxmlformats.org/officeDocument/2006/relationships/hyperlink" Target="http://www.meiresources.org/test/fp2m1q.pdf" TargetMode="External"/><Relationship Id="rId4" Type="http://schemas.openxmlformats.org/officeDocument/2006/relationships/image" Target="../media/image29.pn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28.png"/><Relationship Id="rId4" Type="http://schemas.openxmlformats.org/officeDocument/2006/relationships/image" Target="../media/image21.png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40.png"/><Relationship Id="rId4" Type="http://schemas.openxmlformats.org/officeDocument/2006/relationships/image" Target="../media/image36.png"/><Relationship Id="rId5" Type="http://schemas.openxmlformats.org/officeDocument/2006/relationships/image" Target="../media/image33.png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45.png"/><Relationship Id="rId4" Type="http://schemas.openxmlformats.org/officeDocument/2006/relationships/image" Target="../media/image42.png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45.png"/><Relationship Id="rId4" Type="http://schemas.openxmlformats.org/officeDocument/2006/relationships/image" Target="../media/image44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0" name="Google Shape;50;p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84212" y="1773237"/>
            <a:ext cx="7667625" cy="1101725"/>
          </a:xfrm>
          <a:prstGeom prst="rect">
            <a:avLst/>
          </a:prstGeom>
          <a:noFill/>
          <a:ln>
            <a:noFill/>
          </a:ln>
        </p:spPr>
      </p:pic>
      <p:pic>
        <p:nvPicPr>
          <p:cNvPr id="51" name="Google Shape;51;p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84212" y="3716337"/>
            <a:ext cx="6335712" cy="841375"/>
          </a:xfrm>
          <a:prstGeom prst="rect">
            <a:avLst/>
          </a:prstGeom>
          <a:noFill/>
          <a:ln>
            <a:noFill/>
          </a:ln>
        </p:spPr>
      </p:pic>
      <p:sp>
        <p:nvSpPr>
          <p:cNvPr id="52" name="Google Shape;52;p1"/>
          <p:cNvSpPr txBox="1"/>
          <p:nvPr>
            <p:ph type="title"/>
          </p:nvPr>
        </p:nvSpPr>
        <p:spPr>
          <a:xfrm>
            <a:off x="250825" y="277812"/>
            <a:ext cx="8785225" cy="11398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Font typeface="Garamond"/>
              <a:buNone/>
            </a:pPr>
            <a:r>
              <a:rPr b="1" i="0" lang="en-US" sz="3200" u="none">
                <a:solidFill>
                  <a:schemeClr val="dk2"/>
                </a:solidFill>
                <a:latin typeface="Garamond"/>
                <a:ea typeface="Garamond"/>
                <a:cs typeface="Garamond"/>
                <a:sym typeface="Garamond"/>
              </a:rPr>
              <a:t>Eigenvalues &amp; eigenvectors, diagonalisation &amp; the Cayley-Hamilton theorem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7" name="Google Shape;57;p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981075"/>
            <a:ext cx="7459662" cy="1606550"/>
          </a:xfrm>
          <a:prstGeom prst="rect">
            <a:avLst/>
          </a:prstGeom>
          <a:noFill/>
          <a:ln>
            <a:noFill/>
          </a:ln>
        </p:spPr>
      </p:pic>
      <p:pic>
        <p:nvPicPr>
          <p:cNvPr id="58" name="Google Shape;58;p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0" y="2492375"/>
            <a:ext cx="8774112" cy="22352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2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3" name="Google Shape;63;p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27087" y="1196975"/>
            <a:ext cx="7200900" cy="4826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7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p4"/>
          <p:cNvSpPr txBox="1"/>
          <p:nvPr>
            <p:ph type="title"/>
          </p:nvPr>
        </p:nvSpPr>
        <p:spPr>
          <a:xfrm>
            <a:off x="457200" y="277812"/>
            <a:ext cx="8229600" cy="11398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800"/>
              <a:buFont typeface="Garamond"/>
              <a:buNone/>
            </a:pPr>
            <a:r>
              <a:rPr b="0" i="0" lang="en-US" sz="3800" u="none">
                <a:solidFill>
                  <a:schemeClr val="dk2"/>
                </a:solidFill>
                <a:latin typeface="Garamond"/>
                <a:ea typeface="Garamond"/>
                <a:cs typeface="Garamond"/>
                <a:sym typeface="Garamond"/>
              </a:rPr>
              <a:t>Eigenvalues and Eigenvectors of a 2×2 matrix</a:t>
            </a:r>
            <a:endParaRPr/>
          </a:p>
        </p:txBody>
      </p:sp>
      <p:pic>
        <p:nvPicPr>
          <p:cNvPr id="69" name="Google Shape;69;p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95287" y="1484312"/>
            <a:ext cx="7693025" cy="1566862"/>
          </a:xfrm>
          <a:prstGeom prst="rect">
            <a:avLst/>
          </a:prstGeom>
          <a:noFill/>
          <a:ln>
            <a:noFill/>
          </a:ln>
        </p:spPr>
      </p:pic>
      <p:pic>
        <p:nvPicPr>
          <p:cNvPr id="70" name="Google Shape;70;p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187450" y="3459162"/>
            <a:ext cx="1439862" cy="268287"/>
          </a:xfrm>
          <a:prstGeom prst="rect">
            <a:avLst/>
          </a:prstGeom>
          <a:noFill/>
          <a:ln>
            <a:noFill/>
          </a:ln>
        </p:spPr>
      </p:pic>
      <p:pic>
        <p:nvPicPr>
          <p:cNvPr id="71" name="Google Shape;71;p4"/>
          <p:cNvPicPr preferRelativeResize="0"/>
          <p:nvPr/>
        </p:nvPicPr>
        <p:blipFill rotWithShape="1">
          <a:blip r:embed="rId5">
            <a:alphaModFix amt="0"/>
          </a:blip>
          <a:srcRect b="0" l="0" r="0" t="0"/>
          <a:stretch/>
        </p:blipFill>
        <p:spPr>
          <a:xfrm>
            <a:off x="1042987" y="2994025"/>
            <a:ext cx="2592387" cy="2952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5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6" name="Google Shape;76;p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79387" y="188912"/>
            <a:ext cx="8783637" cy="592137"/>
          </a:xfrm>
          <a:prstGeom prst="rect">
            <a:avLst/>
          </a:prstGeom>
          <a:noFill/>
          <a:ln>
            <a:noFill/>
          </a:ln>
        </p:spPr>
      </p:pic>
      <p:pic>
        <p:nvPicPr>
          <p:cNvPr id="77" name="Google Shape;77;p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323850" y="981075"/>
            <a:ext cx="2376487" cy="709612"/>
          </a:xfrm>
          <a:prstGeom prst="rect">
            <a:avLst/>
          </a:prstGeom>
          <a:noFill/>
          <a:ln>
            <a:noFill/>
          </a:ln>
        </p:spPr>
      </p:pic>
      <p:pic>
        <p:nvPicPr>
          <p:cNvPr id="78" name="Google Shape;78;p5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323850" y="1989137"/>
            <a:ext cx="749300" cy="312737"/>
          </a:xfrm>
          <a:prstGeom prst="rect">
            <a:avLst/>
          </a:prstGeom>
          <a:noFill/>
          <a:ln>
            <a:noFill/>
          </a:ln>
        </p:spPr>
      </p:pic>
      <p:pic>
        <p:nvPicPr>
          <p:cNvPr id="79" name="Google Shape;79;p5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4643437" y="1916112"/>
            <a:ext cx="682625" cy="320675"/>
          </a:xfrm>
          <a:prstGeom prst="rect">
            <a:avLst/>
          </a:prstGeom>
          <a:noFill/>
          <a:ln>
            <a:noFill/>
          </a:ln>
        </p:spPr>
      </p:pic>
      <p:sp>
        <p:nvSpPr>
          <p:cNvPr id="80" name="Google Shape;80;p5"/>
          <p:cNvSpPr txBox="1"/>
          <p:nvPr/>
        </p:nvSpPr>
        <p:spPr>
          <a:xfrm>
            <a:off x="250825" y="1916112"/>
            <a:ext cx="4176712" cy="4105275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1" name="Google Shape;81;p5"/>
          <p:cNvSpPr txBox="1"/>
          <p:nvPr/>
        </p:nvSpPr>
        <p:spPr>
          <a:xfrm>
            <a:off x="4572000" y="1916112"/>
            <a:ext cx="4176712" cy="4105275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6"/>
          <p:cNvSpPr txBox="1"/>
          <p:nvPr>
            <p:ph type="title"/>
          </p:nvPr>
        </p:nvSpPr>
        <p:spPr>
          <a:xfrm>
            <a:off x="457200" y="277812"/>
            <a:ext cx="8229600" cy="11398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800"/>
              <a:buFont typeface="Garamond"/>
              <a:buNone/>
            </a:pPr>
            <a:r>
              <a:rPr b="0" i="0" lang="en-US" sz="3800" u="none">
                <a:solidFill>
                  <a:schemeClr val="dk2"/>
                </a:solidFill>
                <a:latin typeface="Garamond"/>
                <a:ea typeface="Garamond"/>
                <a:cs typeface="Garamond"/>
                <a:sym typeface="Garamond"/>
              </a:rPr>
              <a:t>Eigenvalues and Eigenvectors of 3×3 matrices</a:t>
            </a:r>
            <a:endParaRPr/>
          </a:p>
        </p:txBody>
      </p:sp>
      <p:sp>
        <p:nvSpPr>
          <p:cNvPr id="87" name="Google Shape;87;p6"/>
          <p:cNvSpPr txBox="1"/>
          <p:nvPr>
            <p:ph idx="1" type="body"/>
          </p:nvPr>
        </p:nvSpPr>
        <p:spPr>
          <a:xfrm>
            <a:off x="468312" y="1700212"/>
            <a:ext cx="8229600" cy="45307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219075" lvl="0" marL="342900" rtl="0" algn="l">
              <a:spcBef>
                <a:spcPts val="0"/>
              </a:spcBef>
              <a:spcAft>
                <a:spcPts val="0"/>
              </a:spcAft>
              <a:buSzPts val="1950"/>
              <a:buNone/>
            </a:pPr>
            <a:r>
              <a:t/>
            </a:r>
            <a:endParaRPr sz="30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88" name="Google Shape;88;p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50825" y="1484312"/>
            <a:ext cx="7827962" cy="2420937"/>
          </a:xfrm>
          <a:prstGeom prst="rect">
            <a:avLst/>
          </a:prstGeom>
          <a:noFill/>
          <a:ln>
            <a:noFill/>
          </a:ln>
        </p:spPr>
      </p:pic>
      <p:pic>
        <p:nvPicPr>
          <p:cNvPr id="89" name="Google Shape;89;p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68312" y="3860800"/>
            <a:ext cx="7488237" cy="239236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3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4" name="Google Shape;94;p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23850" y="1484312"/>
            <a:ext cx="6481762" cy="1300162"/>
          </a:xfrm>
          <a:prstGeom prst="rect">
            <a:avLst/>
          </a:prstGeom>
          <a:noFill/>
          <a:ln>
            <a:noFill/>
          </a:ln>
        </p:spPr>
      </p:pic>
      <p:pic>
        <p:nvPicPr>
          <p:cNvPr id="95" name="Google Shape;95;p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250825" y="260350"/>
            <a:ext cx="8642350" cy="1042987"/>
          </a:xfrm>
          <a:prstGeom prst="rect">
            <a:avLst/>
          </a:prstGeom>
          <a:noFill/>
          <a:ln>
            <a:noFill/>
          </a:ln>
        </p:spPr>
      </p:pic>
      <p:pic>
        <p:nvPicPr>
          <p:cNvPr id="96" name="Google Shape;96;p7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11187" y="3357562"/>
            <a:ext cx="4967287" cy="16700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0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1" name="Google Shape;101;p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79387" y="260350"/>
            <a:ext cx="8280400" cy="22383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02" name="Google Shape;102;p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323850" y="2636837"/>
            <a:ext cx="7232650" cy="348138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6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7" name="Google Shape;107;p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95287" y="404812"/>
            <a:ext cx="3086100" cy="24860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08" name="Google Shape;108;p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68312" y="4221162"/>
            <a:ext cx="7775575" cy="12858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2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3" name="Google Shape;113;p1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84212" y="1125537"/>
            <a:ext cx="4968875" cy="10636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14" name="Google Shape;114;p1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11187" y="404812"/>
            <a:ext cx="3097212" cy="522287"/>
          </a:xfrm>
          <a:prstGeom prst="rect">
            <a:avLst/>
          </a:prstGeom>
          <a:noFill/>
          <a:ln>
            <a:noFill/>
          </a:ln>
        </p:spPr>
      </p:pic>
      <p:pic>
        <p:nvPicPr>
          <p:cNvPr id="115" name="Google Shape;115;p10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468312" y="2492375"/>
            <a:ext cx="6264275" cy="17557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16" name="Google Shape;116;p10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755650" y="4724400"/>
            <a:ext cx="7200900" cy="47466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0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p11"/>
          <p:cNvSpPr txBox="1"/>
          <p:nvPr>
            <p:ph type="title"/>
          </p:nvPr>
        </p:nvSpPr>
        <p:spPr>
          <a:xfrm>
            <a:off x="457200" y="277812"/>
            <a:ext cx="8229600" cy="11398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200"/>
              <a:buFont typeface="Garamond"/>
              <a:buNone/>
            </a:pPr>
            <a:r>
              <a:rPr b="0" i="0" lang="en-US" sz="4200" u="none">
                <a:solidFill>
                  <a:schemeClr val="dk2"/>
                </a:solidFill>
                <a:latin typeface="Garamond"/>
                <a:ea typeface="Garamond"/>
                <a:cs typeface="Garamond"/>
                <a:sym typeface="Garamond"/>
              </a:rPr>
              <a:t>Diagonalisation</a:t>
            </a:r>
            <a:endParaRPr/>
          </a:p>
        </p:txBody>
      </p:sp>
      <p:pic>
        <p:nvPicPr>
          <p:cNvPr id="122" name="Google Shape;122;p1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50825" y="981075"/>
            <a:ext cx="7200900" cy="56896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6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p12"/>
          <p:cNvSpPr txBox="1"/>
          <p:nvPr>
            <p:ph type="title"/>
          </p:nvPr>
        </p:nvSpPr>
        <p:spPr>
          <a:xfrm>
            <a:off x="457200" y="277812"/>
            <a:ext cx="8229600" cy="11398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200"/>
              <a:buFont typeface="Garamond"/>
              <a:buNone/>
            </a:pPr>
            <a:r>
              <a:rPr b="0" i="0" lang="en-US" sz="4200" u="none">
                <a:solidFill>
                  <a:schemeClr val="dk2"/>
                </a:solidFill>
                <a:latin typeface="Garamond"/>
                <a:ea typeface="Garamond"/>
                <a:cs typeface="Garamond"/>
                <a:sym typeface="Garamond"/>
              </a:rPr>
              <a:t>Diagonalisation</a:t>
            </a:r>
            <a:endParaRPr/>
          </a:p>
        </p:txBody>
      </p:sp>
      <p:pic>
        <p:nvPicPr>
          <p:cNvPr id="128" name="Google Shape;128;p1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1268412"/>
            <a:ext cx="9144000" cy="1757362"/>
          </a:xfrm>
          <a:prstGeom prst="rect">
            <a:avLst/>
          </a:prstGeom>
          <a:noFill/>
          <a:ln>
            <a:noFill/>
          </a:ln>
        </p:spPr>
      </p:pic>
      <p:pic>
        <p:nvPicPr>
          <p:cNvPr id="129" name="Google Shape;129;p1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250825" y="3284537"/>
            <a:ext cx="8785225" cy="1236662"/>
          </a:xfrm>
          <a:prstGeom prst="rect">
            <a:avLst/>
          </a:prstGeom>
          <a:noFill/>
          <a:ln>
            <a:noFill/>
          </a:ln>
        </p:spPr>
      </p:pic>
      <p:sp>
        <p:nvSpPr>
          <p:cNvPr id="130" name="Google Shape;130;p12"/>
          <p:cNvSpPr txBox="1"/>
          <p:nvPr/>
        </p:nvSpPr>
        <p:spPr>
          <a:xfrm>
            <a:off x="3095625" y="5013325"/>
            <a:ext cx="2952750" cy="6413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b="1" i="0" lang="en-US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This is useful for finding powers of matrices</a:t>
            </a:r>
            <a:endParaRPr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4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5" name="Google Shape;135;p1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68312" y="260350"/>
            <a:ext cx="5903912" cy="919162"/>
          </a:xfrm>
          <a:prstGeom prst="rect">
            <a:avLst/>
          </a:prstGeom>
          <a:noFill/>
          <a:ln>
            <a:noFill/>
          </a:ln>
        </p:spPr>
      </p:pic>
      <p:pic>
        <p:nvPicPr>
          <p:cNvPr id="136" name="Google Shape;136;p1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39750" y="4076700"/>
            <a:ext cx="4824412" cy="111601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0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1" name="Google Shape;141;p1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23850" y="260350"/>
            <a:ext cx="2447925" cy="887412"/>
          </a:xfrm>
          <a:prstGeom prst="rect">
            <a:avLst/>
          </a:prstGeom>
          <a:noFill/>
          <a:ln>
            <a:noFill/>
          </a:ln>
        </p:spPr>
      </p:pic>
      <p:pic>
        <p:nvPicPr>
          <p:cNvPr id="142" name="Google Shape;142;p1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2771775" y="260350"/>
            <a:ext cx="1079500" cy="896937"/>
          </a:xfrm>
          <a:prstGeom prst="rect">
            <a:avLst/>
          </a:prstGeom>
          <a:noFill/>
          <a:ln>
            <a:noFill/>
          </a:ln>
        </p:spPr>
      </p:pic>
      <p:pic>
        <p:nvPicPr>
          <p:cNvPr id="143" name="Google Shape;143;p14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323850" y="1484312"/>
            <a:ext cx="5027612" cy="9302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44" name="Google Shape;144;p14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3635375" y="3429000"/>
            <a:ext cx="4321175" cy="96043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8" name="Shape 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9" name="Google Shape;149;p1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95287" y="476250"/>
            <a:ext cx="4897437" cy="1322387"/>
          </a:xfrm>
          <a:prstGeom prst="rect">
            <a:avLst/>
          </a:prstGeom>
          <a:noFill/>
          <a:ln>
            <a:noFill/>
          </a:ln>
        </p:spPr>
      </p:pic>
      <p:pic>
        <p:nvPicPr>
          <p:cNvPr id="150" name="Google Shape;150;p1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366837" y="1989137"/>
            <a:ext cx="7777162" cy="219868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4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Google Shape;155;p16"/>
          <p:cNvSpPr txBox="1"/>
          <p:nvPr>
            <p:ph type="title"/>
          </p:nvPr>
        </p:nvSpPr>
        <p:spPr>
          <a:xfrm>
            <a:off x="468312" y="0"/>
            <a:ext cx="8229600" cy="11398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200"/>
              <a:buFont typeface="Garamond"/>
              <a:buNone/>
            </a:pPr>
            <a:r>
              <a:rPr b="0" i="0" lang="en-US" sz="4200" u="none">
                <a:solidFill>
                  <a:schemeClr val="dk2"/>
                </a:solidFill>
                <a:latin typeface="Garamond"/>
                <a:ea typeface="Garamond"/>
                <a:cs typeface="Garamond"/>
                <a:sym typeface="Garamond"/>
              </a:rPr>
              <a:t>Example</a:t>
            </a:r>
            <a:endParaRPr/>
          </a:p>
        </p:txBody>
      </p:sp>
      <p:sp>
        <p:nvSpPr>
          <p:cNvPr id="156" name="Google Shape;156;p16"/>
          <p:cNvSpPr txBox="1"/>
          <p:nvPr>
            <p:ph idx="1" type="body"/>
          </p:nvPr>
        </p:nvSpPr>
        <p:spPr>
          <a:xfrm>
            <a:off x="468312" y="1700212"/>
            <a:ext cx="8229600" cy="45307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950"/>
              <a:buFont typeface="Noto Sans Symbols"/>
              <a:buChar char="■"/>
            </a:pPr>
            <a:r>
              <a:rPr b="0" i="0" lang="en-US" sz="3000" u="sng">
                <a:solidFill>
                  <a:schemeClr val="dk1"/>
                </a:solidFill>
                <a:hlinkClick r:id="rId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http://www.meiresources.org/test/fp2m1q.pdf</a:t>
            </a:r>
            <a:endParaRPr/>
          </a:p>
        </p:txBody>
      </p:sp>
      <p:pic>
        <p:nvPicPr>
          <p:cNvPr id="157" name="Google Shape;157;p1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0" y="862012"/>
            <a:ext cx="8820150" cy="599598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1" name="Shape 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Google Shape;162;p17"/>
          <p:cNvSpPr txBox="1"/>
          <p:nvPr>
            <p:ph type="title"/>
          </p:nvPr>
        </p:nvSpPr>
        <p:spPr>
          <a:xfrm>
            <a:off x="457200" y="277812"/>
            <a:ext cx="8229600" cy="11398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200"/>
              <a:buFont typeface="Garamond"/>
              <a:buNone/>
            </a:pPr>
            <a:r>
              <a:rPr b="0" i="0" lang="en-US" sz="4200" u="none">
                <a:solidFill>
                  <a:schemeClr val="dk2"/>
                </a:solidFill>
                <a:latin typeface="Garamond"/>
                <a:ea typeface="Garamond"/>
                <a:cs typeface="Garamond"/>
                <a:sym typeface="Garamond"/>
              </a:rPr>
              <a:t>The Cayley Hamilton Theorem</a:t>
            </a:r>
            <a:endParaRPr/>
          </a:p>
        </p:txBody>
      </p:sp>
      <p:pic>
        <p:nvPicPr>
          <p:cNvPr id="163" name="Google Shape;163;p1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50825" y="1484312"/>
            <a:ext cx="8747125" cy="3522662"/>
          </a:xfrm>
          <a:prstGeom prst="rect">
            <a:avLst/>
          </a:prstGeom>
          <a:noFill/>
          <a:ln>
            <a:noFill/>
          </a:ln>
        </p:spPr>
      </p:pic>
      <p:pic>
        <p:nvPicPr>
          <p:cNvPr id="164" name="Google Shape;164;p1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323850" y="5084762"/>
            <a:ext cx="7704137" cy="91281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8" name="Shape 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9" name="Google Shape;169;p1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50825" y="260350"/>
            <a:ext cx="6673850" cy="871537"/>
          </a:xfrm>
          <a:prstGeom prst="rect">
            <a:avLst/>
          </a:prstGeom>
          <a:noFill/>
          <a:ln>
            <a:noFill/>
          </a:ln>
        </p:spPr>
      </p:pic>
      <p:pic>
        <p:nvPicPr>
          <p:cNvPr id="170" name="Google Shape;170;p1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323850" y="1125537"/>
            <a:ext cx="4752975" cy="7905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71" name="Google Shape;171;p18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468312" y="2205037"/>
            <a:ext cx="5751512" cy="395763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5" name="Shape 1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" name="Google Shape;176;p19"/>
          <p:cNvSpPr txBox="1"/>
          <p:nvPr>
            <p:ph type="title"/>
          </p:nvPr>
        </p:nvSpPr>
        <p:spPr>
          <a:xfrm>
            <a:off x="457200" y="277812"/>
            <a:ext cx="8229600" cy="11398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200"/>
              <a:buFont typeface="Garamond"/>
              <a:buNone/>
            </a:pPr>
            <a:r>
              <a:rPr b="0" i="0" lang="en-US" sz="4200" u="none">
                <a:solidFill>
                  <a:schemeClr val="dk2"/>
                </a:solidFill>
                <a:latin typeface="Garamond"/>
                <a:ea typeface="Garamond"/>
                <a:cs typeface="Garamond"/>
                <a:sym typeface="Garamond"/>
              </a:rPr>
              <a:t>Question</a:t>
            </a:r>
            <a:endParaRPr/>
          </a:p>
        </p:txBody>
      </p:sp>
      <p:pic>
        <p:nvPicPr>
          <p:cNvPr id="177" name="Google Shape;177;p19"/>
          <p:cNvPicPr preferRelativeResize="0"/>
          <p:nvPr>
            <p:ph idx="1" type="body"/>
          </p:nvPr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981075"/>
            <a:ext cx="9144000" cy="12509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78" name="Google Shape;178;p1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0" y="2205037"/>
            <a:ext cx="8818562" cy="8286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2" name="Shape 1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" name="Google Shape;183;p20"/>
          <p:cNvSpPr txBox="1"/>
          <p:nvPr>
            <p:ph type="title"/>
          </p:nvPr>
        </p:nvSpPr>
        <p:spPr>
          <a:xfrm>
            <a:off x="457200" y="277812"/>
            <a:ext cx="8229600" cy="11398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200"/>
              <a:buFont typeface="Garamond"/>
              <a:buNone/>
            </a:pPr>
            <a:r>
              <a:rPr b="0" i="0" lang="en-US" sz="4200" u="none">
                <a:solidFill>
                  <a:schemeClr val="dk2"/>
                </a:solidFill>
                <a:latin typeface="Garamond"/>
                <a:ea typeface="Garamond"/>
                <a:cs typeface="Garamond"/>
                <a:sym typeface="Garamond"/>
              </a:rPr>
              <a:t>Question</a:t>
            </a:r>
            <a:endParaRPr/>
          </a:p>
        </p:txBody>
      </p:sp>
      <p:pic>
        <p:nvPicPr>
          <p:cNvPr id="184" name="Google Shape;184;p20"/>
          <p:cNvPicPr preferRelativeResize="0"/>
          <p:nvPr>
            <p:ph idx="1" type="body"/>
          </p:nvPr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981075"/>
            <a:ext cx="9144000" cy="12509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85" name="Google Shape;185;p2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0" y="2205037"/>
            <a:ext cx="9144000" cy="143033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PP master slide">
  <a:themeElements>
    <a:clrScheme name="PP master slide 8">
      <a:dk1>
        <a:srgbClr val="000000"/>
      </a:dk1>
      <a:lt1>
        <a:srgbClr val="FFFFFF"/>
      </a:lt1>
      <a:dk2>
        <a:srgbClr val="CC0000"/>
      </a:dk2>
      <a:lt2>
        <a:srgbClr val="666699"/>
      </a:lt2>
      <a:accent1>
        <a:srgbClr val="808080"/>
      </a:accent1>
      <a:accent2>
        <a:srgbClr val="999933"/>
      </a:accent2>
      <a:accent3>
        <a:srgbClr val="FFFFFF"/>
      </a:accent3>
      <a:accent4>
        <a:srgbClr val="000000"/>
      </a:accent4>
      <a:accent5>
        <a:srgbClr val="C0C0C0"/>
      </a:accent5>
      <a:accent6>
        <a:srgbClr val="8A8A2D"/>
      </a:accent6>
      <a:hlink>
        <a:srgbClr val="4C6D80"/>
      </a:hlink>
      <a:folHlink>
        <a:srgbClr val="B2B2B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2006-06-14T18:42:00Z</dcterms:created>
  <dc:creator>Sue De Pomerai</dc:creator>
</cp:coreProperties>
</file>

<file path=docProps/custom.xml><?xml version="1.0" encoding="utf-8"?>
<Properties xmlns="http://schemas.openxmlformats.org/officeDocument/2006/custom-properties" xmlns:vt="http://schemas.openxmlformats.org/officeDocument/2006/docPropsVTypes"/>
</file>